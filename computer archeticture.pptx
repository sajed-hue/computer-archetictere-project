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42"/>
  </p:notesMasterIdLst>
  <p:sldIdLst>
    <p:sldId id="256" r:id="rId2"/>
    <p:sldId id="258" r:id="rId3"/>
    <p:sldId id="260" r:id="rId4"/>
    <p:sldId id="259" r:id="rId5"/>
    <p:sldId id="261" r:id="rId6"/>
    <p:sldId id="296" r:id="rId7"/>
    <p:sldId id="328" r:id="rId8"/>
    <p:sldId id="262" r:id="rId9"/>
    <p:sldId id="304" r:id="rId10"/>
    <p:sldId id="266" r:id="rId11"/>
    <p:sldId id="263" r:id="rId12"/>
    <p:sldId id="298" r:id="rId13"/>
    <p:sldId id="300" r:id="rId14"/>
    <p:sldId id="301" r:id="rId15"/>
    <p:sldId id="324" r:id="rId16"/>
    <p:sldId id="299" r:id="rId17"/>
    <p:sldId id="302" r:id="rId18"/>
    <p:sldId id="303" r:id="rId19"/>
    <p:sldId id="297" r:id="rId20"/>
    <p:sldId id="329" r:id="rId21"/>
    <p:sldId id="264" r:id="rId22"/>
    <p:sldId id="307" r:id="rId23"/>
    <p:sldId id="309" r:id="rId24"/>
    <p:sldId id="310" r:id="rId25"/>
    <p:sldId id="311" r:id="rId26"/>
    <p:sldId id="312" r:id="rId27"/>
    <p:sldId id="314" r:id="rId28"/>
    <p:sldId id="313" r:id="rId29"/>
    <p:sldId id="315" r:id="rId30"/>
    <p:sldId id="318" r:id="rId31"/>
    <p:sldId id="316" r:id="rId32"/>
    <p:sldId id="317" r:id="rId33"/>
    <p:sldId id="327" r:id="rId34"/>
    <p:sldId id="330" r:id="rId35"/>
    <p:sldId id="319" r:id="rId36"/>
    <p:sldId id="321" r:id="rId37"/>
    <p:sldId id="323" r:id="rId38"/>
    <p:sldId id="322" r:id="rId39"/>
    <p:sldId id="325" r:id="rId40"/>
    <p:sldId id="326" r:id="rId41"/>
  </p:sldIdLst>
  <p:sldSz cx="9144000" cy="5143500" type="screen16x9"/>
  <p:notesSz cx="6858000" cy="9144000"/>
  <p:embeddedFontLst>
    <p:embeddedFont>
      <p:font typeface="Nunito" pitchFamily="2" charset="0"/>
      <p:regular r:id="rId43"/>
      <p:bold r:id="rId44"/>
      <p:italic r:id="rId45"/>
      <p:boldItalic r:id="rId46"/>
    </p:embeddedFont>
    <p:embeddedFont>
      <p:font typeface="Nunito Light" pitchFamily="2" charset="0"/>
      <p:regular r:id="rId47"/>
      <p:italic r:id="rId48"/>
    </p:embeddedFont>
    <p:embeddedFont>
      <p:font typeface="Oxanium SemiBold" panose="020B0604020202020204" charset="0"/>
      <p:regular r:id="rId49"/>
      <p:bold r:id="rId50"/>
    </p:embeddedFont>
    <p:embeddedFont>
      <p:font typeface="Raleway"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9DAADB9-EFDE-459B-951E-62299E62CDBC}">
  <a:tblStyle styleId="{29DAADB9-EFDE-459B-951E-62299E62CDB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DB303F1-CF11-4A95-9632-A85342BFE99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549" autoAdjust="0"/>
  </p:normalViewPr>
  <p:slideViewPr>
    <p:cSldViewPr snapToGrid="0">
      <p:cViewPr varScale="1">
        <p:scale>
          <a:sx n="101" d="100"/>
          <a:sy n="101" d="100"/>
        </p:scale>
        <p:origin x="922"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AE"/>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469" name="Google Shape;46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71" name="Google Shape;57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88" name="Google Shape;58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84" name="Google Shape;68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a:extLst>
            <a:ext uri="{FF2B5EF4-FFF2-40B4-BE49-F238E27FC236}">
              <a16:creationId xmlns:a16="http://schemas.microsoft.com/office/drawing/2014/main" id="{8B177EAA-BF45-84B4-BD74-D443B1987C4C}"/>
            </a:ext>
          </a:extLst>
        </p:cNvPr>
        <p:cNvGrpSpPr/>
        <p:nvPr/>
      </p:nvGrpSpPr>
      <p:grpSpPr>
        <a:xfrm>
          <a:off x="0" y="0"/>
          <a:ext cx="0" cy="0"/>
          <a:chOff x="0" y="0"/>
          <a:chExt cx="0" cy="0"/>
        </a:xfrm>
      </p:grpSpPr>
      <p:sp>
        <p:nvSpPr>
          <p:cNvPr id="683" name="Google Shape;683;g54dda1946d_6_332:notes">
            <a:extLst>
              <a:ext uri="{FF2B5EF4-FFF2-40B4-BE49-F238E27FC236}">
                <a16:creationId xmlns:a16="http://schemas.microsoft.com/office/drawing/2014/main" id="{D953DF98-C67B-C7C3-AFC2-FBAAD1390D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84" name="Google Shape;684;g54dda1946d_6_332:notes">
            <a:extLst>
              <a:ext uri="{FF2B5EF4-FFF2-40B4-BE49-F238E27FC236}">
                <a16:creationId xmlns:a16="http://schemas.microsoft.com/office/drawing/2014/main" id="{B689C2D8-DF70-293F-BAE3-C6D34050B8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9292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a:extLst>
            <a:ext uri="{FF2B5EF4-FFF2-40B4-BE49-F238E27FC236}">
              <a16:creationId xmlns:a16="http://schemas.microsoft.com/office/drawing/2014/main" id="{7F36A622-BC8E-F4D9-3361-8ED2E809B2B6}"/>
            </a:ext>
          </a:extLst>
        </p:cNvPr>
        <p:cNvGrpSpPr/>
        <p:nvPr/>
      </p:nvGrpSpPr>
      <p:grpSpPr>
        <a:xfrm>
          <a:off x="0" y="0"/>
          <a:ext cx="0" cy="0"/>
          <a:chOff x="0" y="0"/>
          <a:chExt cx="0" cy="0"/>
        </a:xfrm>
      </p:grpSpPr>
      <p:sp>
        <p:nvSpPr>
          <p:cNvPr id="683" name="Google Shape;683;g54dda1946d_6_332:notes">
            <a:extLst>
              <a:ext uri="{FF2B5EF4-FFF2-40B4-BE49-F238E27FC236}">
                <a16:creationId xmlns:a16="http://schemas.microsoft.com/office/drawing/2014/main" id="{B4E2B05D-8554-8F57-32AF-668FFF051B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84" name="Google Shape;684;g54dda1946d_6_332:notes">
            <a:extLst>
              <a:ext uri="{FF2B5EF4-FFF2-40B4-BE49-F238E27FC236}">
                <a16:creationId xmlns:a16="http://schemas.microsoft.com/office/drawing/2014/main" id="{71C9D74A-9F07-E420-9895-0F01FA6FB9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338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93" name="Google Shape;693;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C8F65B11-6E67-A531-7049-8A2C2D6484D8}"/>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121C7B7B-7F86-52C8-B66B-B930C174A0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EC605DE5-D529-4DED-0641-943231E33F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7357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18680c38407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830" name="Google Shape;830;g18680c3840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0454589D-E245-B44F-3C37-D43A4DD3F1D0}"/>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38AC0641-263E-2EBC-3BE6-BAEA9F5010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3900D7D7-515D-3AC0-7D68-E691DB77D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3474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E6A68C84-6326-456B-19D6-EBBDF5D1767A}"/>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39752096-7D98-8AED-332F-1B61CE9C6D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1199A64F-A891-946B-426C-54D15F6A38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1376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28D61005-1863-E638-AB6F-55345F464B8C}"/>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5B3D17D3-779B-70BE-D1E2-8026D49595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911D6DB7-53AB-8C02-B7FC-7532AA272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9186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3E98400C-FD7D-DDD9-F36F-EC168F43D6F1}"/>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1F6F26E4-E763-FA27-0BD7-B33B789321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6DFF1B78-BC0E-8FC3-6F46-823AE482EB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5979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73C60E22-7A75-D76E-DBC9-50E903F3BD2E}"/>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02F6853C-268F-BF24-E6CE-3697DA07E5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9D7779A2-993C-8CA8-530A-2612A8D0F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311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D97C687B-AD9A-6CEF-E364-B0D7A571B5EB}"/>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EFC0E6D3-5602-0247-10BE-73789F2A5E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23B85AFE-8613-3601-835C-B300843C7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699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a:extLst>
            <a:ext uri="{FF2B5EF4-FFF2-40B4-BE49-F238E27FC236}">
              <a16:creationId xmlns:a16="http://schemas.microsoft.com/office/drawing/2014/main" id="{6D27550C-CE9C-290D-2395-8C5E47BB31F7}"/>
            </a:ext>
          </a:extLst>
        </p:cNvPr>
        <p:cNvGrpSpPr/>
        <p:nvPr/>
      </p:nvGrpSpPr>
      <p:grpSpPr>
        <a:xfrm>
          <a:off x="0" y="0"/>
          <a:ext cx="0" cy="0"/>
          <a:chOff x="0" y="0"/>
          <a:chExt cx="0" cy="0"/>
        </a:xfrm>
      </p:grpSpPr>
      <p:sp>
        <p:nvSpPr>
          <p:cNvPr id="703" name="Google Shape;703;g184d99d1a72_0_57:notes">
            <a:extLst>
              <a:ext uri="{FF2B5EF4-FFF2-40B4-BE49-F238E27FC236}">
                <a16:creationId xmlns:a16="http://schemas.microsoft.com/office/drawing/2014/main" id="{121EF5EA-7404-3245-33D6-FF11718478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04" name="Google Shape;704;g184d99d1a72_0_57:notes">
            <a:extLst>
              <a:ext uri="{FF2B5EF4-FFF2-40B4-BE49-F238E27FC236}">
                <a16:creationId xmlns:a16="http://schemas.microsoft.com/office/drawing/2014/main" id="{7BE5036A-4E25-5BAE-7936-88DA18A20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7343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7D2A4B20-45DE-8A2D-0F63-3B387D64CB4E}"/>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0C177A3B-489E-D335-5F45-F725148CB9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DAA4D6FE-AA67-21AD-9DEE-FABC2D8FB2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57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FBA64A87-618F-2CF9-F8F6-F73FD531AC8F}"/>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12605D14-C76D-1AD8-ECA5-929C093EDD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A632536C-5FB5-0328-D2CD-6869B6EC26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748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17" name="Google Shape;717;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a:extLst>
            <a:ext uri="{FF2B5EF4-FFF2-40B4-BE49-F238E27FC236}">
              <a16:creationId xmlns:a16="http://schemas.microsoft.com/office/drawing/2014/main" id="{2B3FD5A4-C19C-DEF4-83E6-B5FE4BCB141B}"/>
            </a:ext>
          </a:extLst>
        </p:cNvPr>
        <p:cNvGrpSpPr/>
        <p:nvPr/>
      </p:nvGrpSpPr>
      <p:grpSpPr>
        <a:xfrm>
          <a:off x="0" y="0"/>
          <a:ext cx="0" cy="0"/>
          <a:chOff x="0" y="0"/>
          <a:chExt cx="0" cy="0"/>
        </a:xfrm>
      </p:grpSpPr>
      <p:sp>
        <p:nvSpPr>
          <p:cNvPr id="716" name="Google Shape;716;g184d99d1a72_0_2:notes">
            <a:extLst>
              <a:ext uri="{FF2B5EF4-FFF2-40B4-BE49-F238E27FC236}">
                <a16:creationId xmlns:a16="http://schemas.microsoft.com/office/drawing/2014/main" id="{CEF83A76-105D-EDA8-F726-C5731AF564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717" name="Google Shape;717;g184d99d1a72_0_2:notes">
            <a:extLst>
              <a:ext uri="{FF2B5EF4-FFF2-40B4-BE49-F238E27FC236}">
                <a16:creationId xmlns:a16="http://schemas.microsoft.com/office/drawing/2014/main" id="{65F10FBA-0AD4-57A3-F910-6E2157472F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0833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a:extLst>
            <a:ext uri="{FF2B5EF4-FFF2-40B4-BE49-F238E27FC236}">
              <a16:creationId xmlns:a16="http://schemas.microsoft.com/office/drawing/2014/main" id="{DA9D81B0-9298-3E50-7B61-8B7E15675B46}"/>
            </a:ext>
          </a:extLst>
        </p:cNvPr>
        <p:cNvGrpSpPr/>
        <p:nvPr/>
      </p:nvGrpSpPr>
      <p:grpSpPr>
        <a:xfrm>
          <a:off x="0" y="0"/>
          <a:ext cx="0" cy="0"/>
          <a:chOff x="0" y="0"/>
          <a:chExt cx="0" cy="0"/>
        </a:xfrm>
      </p:grpSpPr>
      <p:sp>
        <p:nvSpPr>
          <p:cNvPr id="683" name="Google Shape;683;g54dda1946d_6_332:notes">
            <a:extLst>
              <a:ext uri="{FF2B5EF4-FFF2-40B4-BE49-F238E27FC236}">
                <a16:creationId xmlns:a16="http://schemas.microsoft.com/office/drawing/2014/main" id="{6D686BFC-3F69-23B5-F6F3-4BD8E6394E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84" name="Google Shape;684;g54dda1946d_6_332:notes">
            <a:extLst>
              <a:ext uri="{FF2B5EF4-FFF2-40B4-BE49-F238E27FC236}">
                <a16:creationId xmlns:a16="http://schemas.microsoft.com/office/drawing/2014/main" id="{9851472F-B35A-4F17-1CB3-5B33CD1313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75839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a:extLst>
            <a:ext uri="{FF2B5EF4-FFF2-40B4-BE49-F238E27FC236}">
              <a16:creationId xmlns:a16="http://schemas.microsoft.com/office/drawing/2014/main" id="{024B6453-5E2B-27FC-0E8B-43F1172B1425}"/>
            </a:ext>
          </a:extLst>
        </p:cNvPr>
        <p:cNvGrpSpPr/>
        <p:nvPr/>
      </p:nvGrpSpPr>
      <p:grpSpPr>
        <a:xfrm>
          <a:off x="0" y="0"/>
          <a:ext cx="0" cy="0"/>
          <a:chOff x="0" y="0"/>
          <a:chExt cx="0" cy="0"/>
        </a:xfrm>
      </p:grpSpPr>
      <p:sp>
        <p:nvSpPr>
          <p:cNvPr id="683" name="Google Shape;683;g54dda1946d_6_332:notes">
            <a:extLst>
              <a:ext uri="{FF2B5EF4-FFF2-40B4-BE49-F238E27FC236}">
                <a16:creationId xmlns:a16="http://schemas.microsoft.com/office/drawing/2014/main" id="{3359E1BA-C606-8BEA-1B18-7CB4170AE6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684" name="Google Shape;684;g54dda1946d_6_332:notes">
            <a:extLst>
              <a:ext uri="{FF2B5EF4-FFF2-40B4-BE49-F238E27FC236}">
                <a16:creationId xmlns:a16="http://schemas.microsoft.com/office/drawing/2014/main" id="{0302165B-E1CB-5131-D6CF-6E1F4CF9C4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3155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5C8C3A28-0A7A-74B6-2D29-D08462FBD3B8}"/>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9CB54CED-C0A2-BFFA-26F3-90BBFC8855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4E15A892-2FB5-9082-35C9-38993D21A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40286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A494B925-3978-EE26-6D73-218117B3305C}"/>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1307313A-09C8-BDD5-CD55-B31BFC9ED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DA81C805-392D-F769-F17D-685DA285D0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2914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a:extLst>
            <a:ext uri="{FF2B5EF4-FFF2-40B4-BE49-F238E27FC236}">
              <a16:creationId xmlns:a16="http://schemas.microsoft.com/office/drawing/2014/main" id="{736C484F-1857-21A0-6EBD-CE86C6F9EE8E}"/>
            </a:ext>
          </a:extLst>
        </p:cNvPr>
        <p:cNvGrpSpPr/>
        <p:nvPr/>
      </p:nvGrpSpPr>
      <p:grpSpPr>
        <a:xfrm>
          <a:off x="0" y="0"/>
          <a:ext cx="0" cy="0"/>
          <a:chOff x="0" y="0"/>
          <a:chExt cx="0" cy="0"/>
        </a:xfrm>
      </p:grpSpPr>
      <p:sp>
        <p:nvSpPr>
          <p:cNvPr id="594" name="Google Shape;594;g54dda1946d_6_308:notes">
            <a:extLst>
              <a:ext uri="{FF2B5EF4-FFF2-40B4-BE49-F238E27FC236}">
                <a16:creationId xmlns:a16="http://schemas.microsoft.com/office/drawing/2014/main" id="{0B63D373-2B6B-69AF-A8EF-1023B965BA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E"/>
          </a:p>
        </p:txBody>
      </p:sp>
      <p:sp>
        <p:nvSpPr>
          <p:cNvPr id="595" name="Google Shape;595;g54dda1946d_6_308:notes">
            <a:extLst>
              <a:ext uri="{FF2B5EF4-FFF2-40B4-BE49-F238E27FC236}">
                <a16:creationId xmlns:a16="http://schemas.microsoft.com/office/drawing/2014/main" id="{F3F2B6A4-6986-E888-38D4-00A429588C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3997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283513"/>
            <a:ext cx="4881600" cy="20763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08038"/>
            <a:ext cx="42399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Nunito"/>
                <a:ea typeface="Nunito"/>
                <a:cs typeface="Nunito"/>
                <a:sym typeface="Nuni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479075" y="2204163"/>
            <a:ext cx="3681000" cy="16416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4479075" y="1297738"/>
            <a:ext cx="1174800" cy="1092300"/>
          </a:xfrm>
          <a:prstGeom prst="rect">
            <a:avLst/>
          </a:prstGeom>
          <a:noFill/>
        </p:spPr>
        <p:txBody>
          <a:bodyPr spcFirstLastPara="1" wrap="square" lIns="91425" tIns="91425" rIns="91425" bIns="91425" anchor="b" anchorCtr="0">
            <a:noAutofit/>
          </a:bodyPr>
          <a:lstStyle>
            <a:lvl1pPr lvl="0" algn="l"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
        <p:cNvGrpSpPr/>
        <p:nvPr/>
      </p:nvGrpSpPr>
      <p:grpSpPr>
        <a:xfrm>
          <a:off x="0" y="0"/>
          <a:ext cx="0" cy="0"/>
          <a:chOff x="0" y="0"/>
          <a:chExt cx="0" cy="0"/>
        </a:xfrm>
      </p:grpSpPr>
      <p:sp>
        <p:nvSpPr>
          <p:cNvPr id="41" name="Google Shape;41;p5"/>
          <p:cNvSpPr txBox="1">
            <a:spLocks noGrp="1"/>
          </p:cNvSpPr>
          <p:nvPr>
            <p:ph type="subTitle" idx="1"/>
          </p:nvPr>
        </p:nvSpPr>
        <p:spPr>
          <a:xfrm>
            <a:off x="5075649" y="2188500"/>
            <a:ext cx="2505600" cy="15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2" name="Google Shape;42;p5"/>
          <p:cNvSpPr txBox="1">
            <a:spLocks noGrp="1"/>
          </p:cNvSpPr>
          <p:nvPr>
            <p:ph type="subTitle" idx="2"/>
          </p:nvPr>
        </p:nvSpPr>
        <p:spPr>
          <a:xfrm>
            <a:off x="1867775" y="2188500"/>
            <a:ext cx="2505600" cy="15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 name="Google Shape;43;p5"/>
          <p:cNvSpPr txBox="1">
            <a:spLocks noGrp="1"/>
          </p:cNvSpPr>
          <p:nvPr>
            <p:ph type="subTitle" idx="3"/>
          </p:nvPr>
        </p:nvSpPr>
        <p:spPr>
          <a:xfrm>
            <a:off x="1867775" y="1831723"/>
            <a:ext cx="2505600" cy="44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4" name="Google Shape;44;p5"/>
          <p:cNvSpPr txBox="1">
            <a:spLocks noGrp="1"/>
          </p:cNvSpPr>
          <p:nvPr>
            <p:ph type="subTitle" idx="4"/>
          </p:nvPr>
        </p:nvSpPr>
        <p:spPr>
          <a:xfrm>
            <a:off x="5075650" y="1831723"/>
            <a:ext cx="2505600" cy="444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45" name="Google Shape;45;p5"/>
          <p:cNvGrpSpPr/>
          <p:nvPr/>
        </p:nvGrpSpPr>
        <p:grpSpPr>
          <a:xfrm>
            <a:off x="90448" y="1582632"/>
            <a:ext cx="8982935" cy="1999610"/>
            <a:chOff x="90448" y="1582632"/>
            <a:chExt cx="8982935" cy="1999610"/>
          </a:xfrm>
        </p:grpSpPr>
        <p:pic>
          <p:nvPicPr>
            <p:cNvPr id="46" name="Google Shape;46;p5"/>
            <p:cNvPicPr preferRelativeResize="0"/>
            <p:nvPr/>
          </p:nvPicPr>
          <p:blipFill>
            <a:blip r:embed="rId2">
              <a:alphaModFix/>
            </a:blip>
            <a:stretch>
              <a:fillRect/>
            </a:stretch>
          </p:blipFill>
          <p:spPr>
            <a:xfrm>
              <a:off x="90448" y="1582632"/>
              <a:ext cx="509725" cy="202569"/>
            </a:xfrm>
            <a:prstGeom prst="rect">
              <a:avLst/>
            </a:prstGeom>
            <a:noFill/>
            <a:ln>
              <a:noFill/>
            </a:ln>
          </p:spPr>
        </p:pic>
        <p:pic>
          <p:nvPicPr>
            <p:cNvPr id="47" name="Google Shape;47;p5"/>
            <p:cNvPicPr preferRelativeResize="0"/>
            <p:nvPr/>
          </p:nvPicPr>
          <p:blipFill>
            <a:blip r:embed="rId2">
              <a:alphaModFix/>
            </a:blip>
            <a:stretch>
              <a:fillRect/>
            </a:stretch>
          </p:blipFill>
          <p:spPr>
            <a:xfrm rot="-5400000">
              <a:off x="8717236" y="3226094"/>
              <a:ext cx="509725" cy="202569"/>
            </a:xfrm>
            <a:prstGeom prst="rect">
              <a:avLst/>
            </a:prstGeom>
            <a:noFill/>
            <a:ln>
              <a:noFill/>
            </a:ln>
          </p:spPr>
        </p:pic>
      </p:grpSp>
      <p:grpSp>
        <p:nvGrpSpPr>
          <p:cNvPr id="48" name="Google Shape;48;p5"/>
          <p:cNvGrpSpPr/>
          <p:nvPr/>
        </p:nvGrpSpPr>
        <p:grpSpPr>
          <a:xfrm>
            <a:off x="-2425371" y="-793249"/>
            <a:ext cx="11725979" cy="7011243"/>
            <a:chOff x="-2425371" y="-793249"/>
            <a:chExt cx="11725979" cy="7011243"/>
          </a:xfrm>
        </p:grpSpPr>
        <p:grpSp>
          <p:nvGrpSpPr>
            <p:cNvPr id="49" name="Google Shape;49;p5"/>
            <p:cNvGrpSpPr/>
            <p:nvPr/>
          </p:nvGrpSpPr>
          <p:grpSpPr>
            <a:xfrm>
              <a:off x="8576392" y="1869764"/>
              <a:ext cx="724216" cy="4348230"/>
              <a:chOff x="8576392" y="1869764"/>
              <a:chExt cx="724216" cy="4348230"/>
            </a:xfrm>
          </p:grpSpPr>
          <p:grpSp>
            <p:nvGrpSpPr>
              <p:cNvPr id="50" name="Google Shape;50;p5"/>
              <p:cNvGrpSpPr/>
              <p:nvPr/>
            </p:nvGrpSpPr>
            <p:grpSpPr>
              <a:xfrm flipH="1">
                <a:off x="8576392" y="1869764"/>
                <a:ext cx="724216" cy="2240431"/>
                <a:chOff x="8412092" y="4079564"/>
                <a:chExt cx="724216" cy="2240431"/>
              </a:xfrm>
            </p:grpSpPr>
            <p:sp>
              <p:nvSpPr>
                <p:cNvPr id="51" name="Google Shape;51;p5"/>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 name="Google Shape;53;p5"/>
              <p:cNvGrpSpPr/>
              <p:nvPr/>
            </p:nvGrpSpPr>
            <p:grpSpPr>
              <a:xfrm rot="10800000">
                <a:off x="8576395" y="3716359"/>
                <a:ext cx="496972" cy="2501635"/>
                <a:chOff x="8153020" y="-1031841"/>
                <a:chExt cx="496972" cy="2501635"/>
              </a:xfrm>
            </p:grpSpPr>
            <p:sp>
              <p:nvSpPr>
                <p:cNvPr id="54" name="Google Shape;54;p5"/>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 name="Google Shape;57;p5"/>
            <p:cNvGrpSpPr/>
            <p:nvPr/>
          </p:nvGrpSpPr>
          <p:grpSpPr>
            <a:xfrm>
              <a:off x="-2425371" y="-793249"/>
              <a:ext cx="3064536" cy="3933192"/>
              <a:chOff x="-2425371" y="-793249"/>
              <a:chExt cx="3064536" cy="3933192"/>
            </a:xfrm>
          </p:grpSpPr>
          <p:grpSp>
            <p:nvGrpSpPr>
              <p:cNvPr id="58" name="Google Shape;58;p5"/>
              <p:cNvGrpSpPr/>
              <p:nvPr/>
            </p:nvGrpSpPr>
            <p:grpSpPr>
              <a:xfrm flipH="1">
                <a:off x="-2425371" y="1895496"/>
                <a:ext cx="2871110" cy="1244447"/>
                <a:chOff x="2451729" y="-1074279"/>
                <a:chExt cx="2871110" cy="1244447"/>
              </a:xfrm>
            </p:grpSpPr>
            <p:sp>
              <p:nvSpPr>
                <p:cNvPr id="59" name="Google Shape;59;p5"/>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5"/>
              <p:cNvGrpSpPr/>
              <p:nvPr/>
            </p:nvGrpSpPr>
            <p:grpSpPr>
              <a:xfrm>
                <a:off x="352435" y="-184116"/>
                <a:ext cx="286730" cy="1656452"/>
                <a:chOff x="7866335" y="-1031841"/>
                <a:chExt cx="286730" cy="1656452"/>
              </a:xfrm>
            </p:grpSpPr>
            <p:sp>
              <p:nvSpPr>
                <p:cNvPr id="64" name="Google Shape;64;p5"/>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66;p5"/>
              <p:cNvGrpSpPr/>
              <p:nvPr/>
            </p:nvGrpSpPr>
            <p:grpSpPr>
              <a:xfrm rot="-5400000">
                <a:off x="-788125" y="-276146"/>
                <a:ext cx="1705283" cy="671077"/>
                <a:chOff x="5500675" y="4848304"/>
                <a:chExt cx="1705283" cy="671077"/>
              </a:xfrm>
            </p:grpSpPr>
            <p:sp>
              <p:nvSpPr>
                <p:cNvPr id="67" name="Google Shape;67;p5"/>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9" name="Google Shape;6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1044963" y="1387200"/>
            <a:ext cx="38295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6" name="Google Shape;96;p7"/>
          <p:cNvSpPr txBox="1">
            <a:spLocks noGrp="1"/>
          </p:cNvSpPr>
          <p:nvPr>
            <p:ph type="subTitle" idx="1"/>
          </p:nvPr>
        </p:nvSpPr>
        <p:spPr>
          <a:xfrm>
            <a:off x="1044963" y="2039400"/>
            <a:ext cx="3829500" cy="171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97" name="Google Shape;97;p7"/>
          <p:cNvSpPr>
            <a:spLocks noGrp="1"/>
          </p:cNvSpPr>
          <p:nvPr>
            <p:ph type="pic" idx="2"/>
          </p:nvPr>
        </p:nvSpPr>
        <p:spPr>
          <a:xfrm>
            <a:off x="5369475" y="1041100"/>
            <a:ext cx="3061200" cy="3061200"/>
          </a:xfrm>
          <a:prstGeom prst="rect">
            <a:avLst/>
          </a:prstGeom>
          <a:noFill/>
          <a:ln>
            <a:noFill/>
          </a:ln>
        </p:spPr>
        <p:txBody>
          <a:bodyPr/>
          <a:lstStyle/>
          <a:p>
            <a:endParaRPr lang="en-AE"/>
          </a:p>
        </p:txBody>
      </p:sp>
      <p:grpSp>
        <p:nvGrpSpPr>
          <p:cNvPr id="98" name="Google Shape;98;p7"/>
          <p:cNvGrpSpPr/>
          <p:nvPr/>
        </p:nvGrpSpPr>
        <p:grpSpPr>
          <a:xfrm>
            <a:off x="153589" y="2554269"/>
            <a:ext cx="8850885" cy="712310"/>
            <a:chOff x="153589" y="2554269"/>
            <a:chExt cx="8850885" cy="712310"/>
          </a:xfrm>
        </p:grpSpPr>
        <p:pic>
          <p:nvPicPr>
            <p:cNvPr id="99" name="Google Shape;99;p7"/>
            <p:cNvPicPr preferRelativeResize="0"/>
            <p:nvPr/>
          </p:nvPicPr>
          <p:blipFill>
            <a:blip r:embed="rId2">
              <a:alphaModFix/>
            </a:blip>
            <a:stretch>
              <a:fillRect/>
            </a:stretch>
          </p:blipFill>
          <p:spPr>
            <a:xfrm>
              <a:off x="8494748" y="2554269"/>
              <a:ext cx="509725" cy="202569"/>
            </a:xfrm>
            <a:prstGeom prst="rect">
              <a:avLst/>
            </a:prstGeom>
            <a:noFill/>
            <a:ln>
              <a:noFill/>
            </a:ln>
          </p:spPr>
        </p:pic>
        <p:pic>
          <p:nvPicPr>
            <p:cNvPr id="100" name="Google Shape;100;p7"/>
            <p:cNvPicPr preferRelativeResize="0"/>
            <p:nvPr/>
          </p:nvPicPr>
          <p:blipFill>
            <a:blip r:embed="rId2">
              <a:alphaModFix/>
            </a:blip>
            <a:stretch>
              <a:fillRect/>
            </a:stretch>
          </p:blipFill>
          <p:spPr>
            <a:xfrm rot="-5400000">
              <a:off x="11" y="2910432"/>
              <a:ext cx="509725" cy="202569"/>
            </a:xfrm>
            <a:prstGeom prst="rect">
              <a:avLst/>
            </a:prstGeom>
            <a:noFill/>
            <a:ln>
              <a:noFill/>
            </a:ln>
          </p:spPr>
        </p:pic>
      </p:grpSp>
      <p:grpSp>
        <p:nvGrpSpPr>
          <p:cNvPr id="101" name="Google Shape;101;p7"/>
          <p:cNvGrpSpPr/>
          <p:nvPr/>
        </p:nvGrpSpPr>
        <p:grpSpPr>
          <a:xfrm>
            <a:off x="-433283" y="-170791"/>
            <a:ext cx="11951197" cy="5987045"/>
            <a:chOff x="-433283" y="-170791"/>
            <a:chExt cx="11951197" cy="5987045"/>
          </a:xfrm>
        </p:grpSpPr>
        <p:grpSp>
          <p:nvGrpSpPr>
            <p:cNvPr id="102" name="Google Shape;102;p7"/>
            <p:cNvGrpSpPr/>
            <p:nvPr/>
          </p:nvGrpSpPr>
          <p:grpSpPr>
            <a:xfrm>
              <a:off x="-433283" y="1387209"/>
              <a:ext cx="1089899" cy="4429045"/>
              <a:chOff x="-433283" y="1387209"/>
              <a:chExt cx="1089899" cy="4429045"/>
            </a:xfrm>
          </p:grpSpPr>
          <p:grpSp>
            <p:nvGrpSpPr>
              <p:cNvPr id="103" name="Google Shape;103;p7"/>
              <p:cNvGrpSpPr/>
              <p:nvPr/>
            </p:nvGrpSpPr>
            <p:grpSpPr>
              <a:xfrm rot="10800000" flipH="1">
                <a:off x="-433283" y="1387209"/>
                <a:ext cx="983243" cy="2548289"/>
                <a:chOff x="8388742" y="-675060"/>
                <a:chExt cx="983243" cy="2548289"/>
              </a:xfrm>
            </p:grpSpPr>
            <p:sp>
              <p:nvSpPr>
                <p:cNvPr id="104" name="Google Shape;104;p7"/>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107;p7"/>
              <p:cNvGrpSpPr/>
              <p:nvPr/>
            </p:nvGrpSpPr>
            <p:grpSpPr>
              <a:xfrm rot="10800000" flipH="1">
                <a:off x="159645" y="3314619"/>
                <a:ext cx="496972" cy="2501635"/>
                <a:chOff x="8153020" y="-1031841"/>
                <a:chExt cx="496972" cy="2501635"/>
              </a:xfrm>
            </p:grpSpPr>
            <p:sp>
              <p:nvSpPr>
                <p:cNvPr id="108" name="Google Shape;108;p7"/>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 name="Google Shape;111;p7"/>
            <p:cNvGrpSpPr/>
            <p:nvPr/>
          </p:nvGrpSpPr>
          <p:grpSpPr>
            <a:xfrm>
              <a:off x="8494760" y="-170791"/>
              <a:ext cx="3023154" cy="4288809"/>
              <a:chOff x="8494760" y="-170791"/>
              <a:chExt cx="3023154" cy="4288809"/>
            </a:xfrm>
          </p:grpSpPr>
          <p:grpSp>
            <p:nvGrpSpPr>
              <p:cNvPr id="112" name="Google Shape;112;p7"/>
              <p:cNvGrpSpPr/>
              <p:nvPr/>
            </p:nvGrpSpPr>
            <p:grpSpPr>
              <a:xfrm>
                <a:off x="8613220" y="-64116"/>
                <a:ext cx="496972" cy="2501635"/>
                <a:chOff x="8153020" y="-1031841"/>
                <a:chExt cx="496972" cy="2501635"/>
              </a:xfrm>
            </p:grpSpPr>
            <p:sp>
              <p:nvSpPr>
                <p:cNvPr id="113" name="Google Shape;113;p7"/>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7"/>
              <p:cNvGrpSpPr/>
              <p:nvPr/>
            </p:nvGrpSpPr>
            <p:grpSpPr>
              <a:xfrm rot="10800000" flipH="1">
                <a:off x="8494760" y="-170791"/>
                <a:ext cx="286730" cy="1656452"/>
                <a:chOff x="7866335" y="-1031841"/>
                <a:chExt cx="286730" cy="1656452"/>
              </a:xfrm>
            </p:grpSpPr>
            <p:sp>
              <p:nvSpPr>
                <p:cNvPr id="117" name="Google Shape;117;p7"/>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7"/>
              <p:cNvGrpSpPr/>
              <p:nvPr/>
            </p:nvGrpSpPr>
            <p:grpSpPr>
              <a:xfrm>
                <a:off x="8646804" y="2873571"/>
                <a:ext cx="2871110" cy="1244447"/>
                <a:chOff x="2451729" y="-1074279"/>
                <a:chExt cx="2871110" cy="1244447"/>
              </a:xfrm>
            </p:grpSpPr>
            <p:sp>
              <p:nvSpPr>
                <p:cNvPr id="120" name="Google Shape;120;p7"/>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4"/>
        <p:cNvGrpSpPr/>
        <p:nvPr/>
      </p:nvGrpSpPr>
      <p:grpSpPr>
        <a:xfrm>
          <a:off x="0" y="0"/>
          <a:ext cx="0" cy="0"/>
          <a:chOff x="0" y="0"/>
          <a:chExt cx="0" cy="0"/>
        </a:xfrm>
      </p:grpSpPr>
      <p:grpSp>
        <p:nvGrpSpPr>
          <p:cNvPr id="125" name="Google Shape;125;p8"/>
          <p:cNvGrpSpPr/>
          <p:nvPr/>
        </p:nvGrpSpPr>
        <p:grpSpPr>
          <a:xfrm>
            <a:off x="233089" y="658607"/>
            <a:ext cx="8862197" cy="3364110"/>
            <a:chOff x="233089" y="658607"/>
            <a:chExt cx="8862197" cy="3364110"/>
          </a:xfrm>
        </p:grpSpPr>
        <p:pic>
          <p:nvPicPr>
            <p:cNvPr id="126" name="Google Shape;126;p8"/>
            <p:cNvPicPr preferRelativeResize="0"/>
            <p:nvPr/>
          </p:nvPicPr>
          <p:blipFill>
            <a:blip r:embed="rId2">
              <a:alphaModFix/>
            </a:blip>
            <a:stretch>
              <a:fillRect/>
            </a:stretch>
          </p:blipFill>
          <p:spPr>
            <a:xfrm>
              <a:off x="8585561" y="658607"/>
              <a:ext cx="509725" cy="202569"/>
            </a:xfrm>
            <a:prstGeom prst="rect">
              <a:avLst/>
            </a:prstGeom>
            <a:noFill/>
            <a:ln>
              <a:noFill/>
            </a:ln>
          </p:spPr>
        </p:pic>
        <p:pic>
          <p:nvPicPr>
            <p:cNvPr id="127" name="Google Shape;127;p8"/>
            <p:cNvPicPr preferRelativeResize="0"/>
            <p:nvPr/>
          </p:nvPicPr>
          <p:blipFill>
            <a:blip r:embed="rId2">
              <a:alphaModFix/>
            </a:blip>
            <a:stretch>
              <a:fillRect/>
            </a:stretch>
          </p:blipFill>
          <p:spPr>
            <a:xfrm rot="-5400000" flipH="1">
              <a:off x="79511" y="3666569"/>
              <a:ext cx="509725" cy="202569"/>
            </a:xfrm>
            <a:prstGeom prst="rect">
              <a:avLst/>
            </a:prstGeom>
            <a:noFill/>
            <a:ln>
              <a:noFill/>
            </a:ln>
          </p:spPr>
        </p:pic>
      </p:grpSp>
      <p:grpSp>
        <p:nvGrpSpPr>
          <p:cNvPr id="128" name="Google Shape;128;p8"/>
          <p:cNvGrpSpPr/>
          <p:nvPr/>
        </p:nvGrpSpPr>
        <p:grpSpPr>
          <a:xfrm>
            <a:off x="-174526" y="-458662"/>
            <a:ext cx="11753515" cy="6039069"/>
            <a:chOff x="-174526" y="-458662"/>
            <a:chExt cx="11753515" cy="6039069"/>
          </a:xfrm>
        </p:grpSpPr>
        <p:grpSp>
          <p:nvGrpSpPr>
            <p:cNvPr id="129" name="Google Shape;129;p8"/>
            <p:cNvGrpSpPr/>
            <p:nvPr/>
          </p:nvGrpSpPr>
          <p:grpSpPr>
            <a:xfrm>
              <a:off x="-174526" y="4072246"/>
              <a:ext cx="3556817" cy="1508160"/>
              <a:chOff x="-174526" y="4072246"/>
              <a:chExt cx="3556817" cy="1508160"/>
            </a:xfrm>
          </p:grpSpPr>
          <p:grpSp>
            <p:nvGrpSpPr>
              <p:cNvPr id="130" name="Google Shape;130;p8"/>
              <p:cNvGrpSpPr/>
              <p:nvPr/>
            </p:nvGrpSpPr>
            <p:grpSpPr>
              <a:xfrm rot="-5400000" flipH="1">
                <a:off x="510335" y="3998805"/>
                <a:ext cx="286730" cy="1656452"/>
                <a:chOff x="7866335" y="-1031841"/>
                <a:chExt cx="286730" cy="1656452"/>
              </a:xfrm>
            </p:grpSpPr>
            <p:sp>
              <p:nvSpPr>
                <p:cNvPr id="131" name="Google Shape;131;p8"/>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 name="Google Shape;133;p8"/>
              <p:cNvGrpSpPr/>
              <p:nvPr/>
            </p:nvGrpSpPr>
            <p:grpSpPr>
              <a:xfrm rot="-5400000" flipH="1">
                <a:off x="-182086" y="4203914"/>
                <a:ext cx="719954" cy="456619"/>
                <a:chOff x="5647214" y="3680345"/>
                <a:chExt cx="719954" cy="456619"/>
              </a:xfrm>
            </p:grpSpPr>
            <p:sp>
              <p:nvSpPr>
                <p:cNvPr id="134" name="Google Shape;134;p8"/>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 name="Google Shape;137;p8"/>
              <p:cNvGrpSpPr/>
              <p:nvPr/>
            </p:nvGrpSpPr>
            <p:grpSpPr>
              <a:xfrm rot="5400000" flipH="1">
                <a:off x="1899967" y="4098083"/>
                <a:ext cx="724216" cy="2240431"/>
                <a:chOff x="8412092" y="4079564"/>
                <a:chExt cx="724216" cy="2240431"/>
              </a:xfrm>
            </p:grpSpPr>
            <p:sp>
              <p:nvSpPr>
                <p:cNvPr id="138" name="Google Shape;138;p8"/>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0" name="Google Shape;140;p8"/>
            <p:cNvGrpSpPr/>
            <p:nvPr/>
          </p:nvGrpSpPr>
          <p:grpSpPr>
            <a:xfrm>
              <a:off x="6869569" y="-458662"/>
              <a:ext cx="4709420" cy="2698305"/>
              <a:chOff x="6869569" y="-458662"/>
              <a:chExt cx="4709420" cy="2698305"/>
            </a:xfrm>
          </p:grpSpPr>
          <p:grpSp>
            <p:nvGrpSpPr>
              <p:cNvPr id="141" name="Google Shape;141;p8"/>
              <p:cNvGrpSpPr/>
              <p:nvPr/>
            </p:nvGrpSpPr>
            <p:grpSpPr>
              <a:xfrm>
                <a:off x="8707879" y="995196"/>
                <a:ext cx="2871110" cy="1244447"/>
                <a:chOff x="2451729" y="-1074279"/>
                <a:chExt cx="2871110" cy="1244447"/>
              </a:xfrm>
            </p:grpSpPr>
            <p:sp>
              <p:nvSpPr>
                <p:cNvPr id="142" name="Google Shape;142;p8"/>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rot="-5400000">
                <a:off x="8287415" y="-574954"/>
                <a:ext cx="286730" cy="1656452"/>
                <a:chOff x="7866335" y="-1031841"/>
                <a:chExt cx="286730" cy="1656452"/>
              </a:xfrm>
            </p:grpSpPr>
            <p:sp>
              <p:nvSpPr>
                <p:cNvPr id="147" name="Google Shape;147;p8"/>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8"/>
              <p:cNvGrpSpPr/>
              <p:nvPr/>
            </p:nvGrpSpPr>
            <p:grpSpPr>
              <a:xfrm rot="5400000">
                <a:off x="7652092" y="-1241185"/>
                <a:ext cx="983243" cy="2548289"/>
                <a:chOff x="8388742" y="-675060"/>
                <a:chExt cx="983243" cy="2548289"/>
              </a:xfrm>
            </p:grpSpPr>
            <p:sp>
              <p:nvSpPr>
                <p:cNvPr id="150" name="Google Shape;150;p8"/>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53" name="Google Shape;153;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4"/>
        <p:cNvGrpSpPr/>
        <p:nvPr/>
      </p:nvGrpSpPr>
      <p:grpSpPr>
        <a:xfrm>
          <a:off x="0" y="0"/>
          <a:ext cx="0" cy="0"/>
          <a:chOff x="0" y="0"/>
          <a:chExt cx="0" cy="0"/>
        </a:xfrm>
      </p:grpSpPr>
      <p:grpSp>
        <p:nvGrpSpPr>
          <p:cNvPr id="155" name="Google Shape;155;p9"/>
          <p:cNvGrpSpPr/>
          <p:nvPr/>
        </p:nvGrpSpPr>
        <p:grpSpPr>
          <a:xfrm>
            <a:off x="110336" y="2860769"/>
            <a:ext cx="8804747" cy="739572"/>
            <a:chOff x="110336" y="2860769"/>
            <a:chExt cx="8804747" cy="739572"/>
          </a:xfrm>
        </p:grpSpPr>
        <p:pic>
          <p:nvPicPr>
            <p:cNvPr id="156" name="Google Shape;156;p9"/>
            <p:cNvPicPr preferRelativeResize="0"/>
            <p:nvPr/>
          </p:nvPicPr>
          <p:blipFill>
            <a:blip r:embed="rId2">
              <a:alphaModFix/>
            </a:blip>
            <a:stretch>
              <a:fillRect/>
            </a:stretch>
          </p:blipFill>
          <p:spPr>
            <a:xfrm>
              <a:off x="110336" y="2860769"/>
              <a:ext cx="509725" cy="202569"/>
            </a:xfrm>
            <a:prstGeom prst="rect">
              <a:avLst/>
            </a:prstGeom>
            <a:noFill/>
            <a:ln>
              <a:noFill/>
            </a:ln>
          </p:spPr>
        </p:pic>
        <p:pic>
          <p:nvPicPr>
            <p:cNvPr id="157" name="Google Shape;157;p9"/>
            <p:cNvPicPr preferRelativeResize="0"/>
            <p:nvPr/>
          </p:nvPicPr>
          <p:blipFill>
            <a:blip r:embed="rId2">
              <a:alphaModFix/>
            </a:blip>
            <a:stretch>
              <a:fillRect/>
            </a:stretch>
          </p:blipFill>
          <p:spPr>
            <a:xfrm rot="5400000">
              <a:off x="8558936" y="3244194"/>
              <a:ext cx="509725" cy="202569"/>
            </a:xfrm>
            <a:prstGeom prst="rect">
              <a:avLst/>
            </a:prstGeom>
            <a:noFill/>
            <a:ln>
              <a:noFill/>
            </a:ln>
          </p:spPr>
        </p:pic>
      </p:grpSp>
      <p:grpSp>
        <p:nvGrpSpPr>
          <p:cNvPr id="158" name="Google Shape;158;p9"/>
          <p:cNvGrpSpPr/>
          <p:nvPr/>
        </p:nvGrpSpPr>
        <p:grpSpPr>
          <a:xfrm>
            <a:off x="-678649" y="-532917"/>
            <a:ext cx="11939458" cy="6234173"/>
            <a:chOff x="-678649" y="-532917"/>
            <a:chExt cx="11939458" cy="6234173"/>
          </a:xfrm>
        </p:grpSpPr>
        <p:grpSp>
          <p:nvGrpSpPr>
            <p:cNvPr id="159" name="Google Shape;159;p9"/>
            <p:cNvGrpSpPr/>
            <p:nvPr/>
          </p:nvGrpSpPr>
          <p:grpSpPr>
            <a:xfrm>
              <a:off x="6774319" y="3714350"/>
              <a:ext cx="4486489" cy="1986906"/>
              <a:chOff x="6774319" y="3714350"/>
              <a:chExt cx="4486489" cy="1986906"/>
            </a:xfrm>
          </p:grpSpPr>
          <p:grpSp>
            <p:nvGrpSpPr>
              <p:cNvPr id="160" name="Google Shape;160;p9"/>
              <p:cNvGrpSpPr/>
              <p:nvPr/>
            </p:nvGrpSpPr>
            <p:grpSpPr>
              <a:xfrm rot="5400000">
                <a:off x="9495042" y="2931827"/>
                <a:ext cx="983243" cy="2548289"/>
                <a:chOff x="8388742" y="-675060"/>
                <a:chExt cx="983243" cy="2548289"/>
              </a:xfrm>
            </p:grpSpPr>
            <p:sp>
              <p:nvSpPr>
                <p:cNvPr id="161" name="Google Shape;161;p9"/>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9"/>
              <p:cNvGrpSpPr/>
              <p:nvPr/>
            </p:nvGrpSpPr>
            <p:grpSpPr>
              <a:xfrm rot="-5400000">
                <a:off x="7556842" y="3935490"/>
                <a:ext cx="983243" cy="2548289"/>
                <a:chOff x="8388742" y="-675060"/>
                <a:chExt cx="983243" cy="2548289"/>
              </a:xfrm>
            </p:grpSpPr>
            <p:sp>
              <p:nvSpPr>
                <p:cNvPr id="165" name="Google Shape;165;p9"/>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8" name="Google Shape;168;p9"/>
            <p:cNvGrpSpPr/>
            <p:nvPr/>
          </p:nvGrpSpPr>
          <p:grpSpPr>
            <a:xfrm>
              <a:off x="-678649" y="-532917"/>
              <a:ext cx="1133999" cy="3306420"/>
              <a:chOff x="-678649" y="-532917"/>
              <a:chExt cx="1133999" cy="3306420"/>
            </a:xfrm>
          </p:grpSpPr>
          <p:grpSp>
            <p:nvGrpSpPr>
              <p:cNvPr id="169" name="Google Shape;169;p9"/>
              <p:cNvGrpSpPr/>
              <p:nvPr/>
            </p:nvGrpSpPr>
            <p:grpSpPr>
              <a:xfrm rot="10800000" flipH="1">
                <a:off x="-678649" y="-532917"/>
                <a:ext cx="1133999" cy="3306420"/>
                <a:chOff x="-545299" y="1914808"/>
                <a:chExt cx="1133999" cy="3306420"/>
              </a:xfrm>
            </p:grpSpPr>
            <p:sp>
              <p:nvSpPr>
                <p:cNvPr id="170" name="Google Shape;170;p9"/>
                <p:cNvSpPr/>
                <p:nvPr/>
              </p:nvSpPr>
              <p:spPr>
                <a:xfrm rot="5400000">
                  <a:off x="-1720694" y="3090202"/>
                  <a:ext cx="3306420" cy="955631"/>
                </a:xfrm>
                <a:custGeom>
                  <a:avLst/>
                  <a:gdLst/>
                  <a:ahLst/>
                  <a:cxnLst/>
                  <a:rect l="l" t="t" r="r" b="b"/>
                  <a:pathLst>
                    <a:path w="72925" h="21077" extrusionOk="0">
                      <a:moveTo>
                        <a:pt x="188" y="0"/>
                      </a:moveTo>
                      <a:lnTo>
                        <a:pt x="141" y="47"/>
                      </a:lnTo>
                      <a:lnTo>
                        <a:pt x="47" y="47"/>
                      </a:lnTo>
                      <a:lnTo>
                        <a:pt x="0" y="141"/>
                      </a:lnTo>
                      <a:lnTo>
                        <a:pt x="0" y="188"/>
                      </a:lnTo>
                      <a:lnTo>
                        <a:pt x="0" y="281"/>
                      </a:lnTo>
                      <a:lnTo>
                        <a:pt x="47" y="328"/>
                      </a:lnTo>
                      <a:lnTo>
                        <a:pt x="141" y="375"/>
                      </a:lnTo>
                      <a:lnTo>
                        <a:pt x="188" y="422"/>
                      </a:lnTo>
                      <a:lnTo>
                        <a:pt x="281" y="375"/>
                      </a:lnTo>
                      <a:lnTo>
                        <a:pt x="375" y="281"/>
                      </a:lnTo>
                      <a:lnTo>
                        <a:pt x="17096" y="281"/>
                      </a:lnTo>
                      <a:lnTo>
                        <a:pt x="17143" y="328"/>
                      </a:lnTo>
                      <a:lnTo>
                        <a:pt x="17189" y="422"/>
                      </a:lnTo>
                      <a:lnTo>
                        <a:pt x="17470" y="656"/>
                      </a:lnTo>
                      <a:lnTo>
                        <a:pt x="28196" y="11382"/>
                      </a:lnTo>
                      <a:lnTo>
                        <a:pt x="33535" y="16721"/>
                      </a:lnTo>
                      <a:lnTo>
                        <a:pt x="36205" y="19391"/>
                      </a:lnTo>
                      <a:lnTo>
                        <a:pt x="37516" y="20702"/>
                      </a:lnTo>
                      <a:lnTo>
                        <a:pt x="37704" y="20889"/>
                      </a:lnTo>
                      <a:lnTo>
                        <a:pt x="37751" y="20936"/>
                      </a:lnTo>
                      <a:lnTo>
                        <a:pt x="37844" y="20983"/>
                      </a:lnTo>
                      <a:lnTo>
                        <a:pt x="72550" y="20983"/>
                      </a:lnTo>
                      <a:lnTo>
                        <a:pt x="72597" y="21030"/>
                      </a:lnTo>
                      <a:lnTo>
                        <a:pt x="72738" y="21077"/>
                      </a:lnTo>
                      <a:lnTo>
                        <a:pt x="72784" y="21077"/>
                      </a:lnTo>
                      <a:lnTo>
                        <a:pt x="72878" y="21030"/>
                      </a:lnTo>
                      <a:lnTo>
                        <a:pt x="72925" y="20936"/>
                      </a:lnTo>
                      <a:lnTo>
                        <a:pt x="72925" y="20889"/>
                      </a:lnTo>
                      <a:lnTo>
                        <a:pt x="72925" y="20796"/>
                      </a:lnTo>
                      <a:lnTo>
                        <a:pt x="72878" y="20749"/>
                      </a:lnTo>
                      <a:lnTo>
                        <a:pt x="72784" y="20702"/>
                      </a:lnTo>
                      <a:lnTo>
                        <a:pt x="72597" y="20702"/>
                      </a:lnTo>
                      <a:lnTo>
                        <a:pt x="72550" y="20796"/>
                      </a:lnTo>
                      <a:lnTo>
                        <a:pt x="37891" y="20796"/>
                      </a:lnTo>
                      <a:lnTo>
                        <a:pt x="37844" y="20749"/>
                      </a:lnTo>
                      <a:lnTo>
                        <a:pt x="37657" y="20608"/>
                      </a:lnTo>
                      <a:lnTo>
                        <a:pt x="36346" y="19250"/>
                      </a:lnTo>
                      <a:lnTo>
                        <a:pt x="33676" y="16580"/>
                      </a:lnTo>
                      <a:lnTo>
                        <a:pt x="28290" y="11241"/>
                      </a:lnTo>
                      <a:lnTo>
                        <a:pt x="17611" y="562"/>
                      </a:lnTo>
                      <a:lnTo>
                        <a:pt x="17330" y="281"/>
                      </a:lnTo>
                      <a:lnTo>
                        <a:pt x="17283" y="188"/>
                      </a:lnTo>
                      <a:lnTo>
                        <a:pt x="17236" y="141"/>
                      </a:lnTo>
                      <a:lnTo>
                        <a:pt x="17189" y="141"/>
                      </a:lnTo>
                      <a:lnTo>
                        <a:pt x="17189" y="94"/>
                      </a:lnTo>
                      <a:lnTo>
                        <a:pt x="375" y="94"/>
                      </a:lnTo>
                      <a:lnTo>
                        <a:pt x="375" y="141"/>
                      </a:lnTo>
                      <a:lnTo>
                        <a:pt x="281" y="47"/>
                      </a:lnTo>
                      <a:lnTo>
                        <a:pt x="188" y="0"/>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rot="5400000">
                  <a:off x="-1658034" y="3093376"/>
                  <a:ext cx="3306420" cy="949284"/>
                </a:xfrm>
                <a:custGeom>
                  <a:avLst/>
                  <a:gdLst/>
                  <a:ahLst/>
                  <a:cxnLst/>
                  <a:rect l="l" t="t" r="r" b="b"/>
                  <a:pathLst>
                    <a:path w="72925" h="20937" extrusionOk="0">
                      <a:moveTo>
                        <a:pt x="188" y="1"/>
                      </a:moveTo>
                      <a:lnTo>
                        <a:pt x="141" y="48"/>
                      </a:lnTo>
                      <a:lnTo>
                        <a:pt x="47" y="48"/>
                      </a:lnTo>
                      <a:lnTo>
                        <a:pt x="0" y="141"/>
                      </a:lnTo>
                      <a:lnTo>
                        <a:pt x="0" y="188"/>
                      </a:lnTo>
                      <a:lnTo>
                        <a:pt x="0" y="282"/>
                      </a:lnTo>
                      <a:lnTo>
                        <a:pt x="47" y="329"/>
                      </a:lnTo>
                      <a:lnTo>
                        <a:pt x="141" y="376"/>
                      </a:lnTo>
                      <a:lnTo>
                        <a:pt x="188" y="422"/>
                      </a:lnTo>
                      <a:lnTo>
                        <a:pt x="281" y="376"/>
                      </a:lnTo>
                      <a:lnTo>
                        <a:pt x="375" y="282"/>
                      </a:lnTo>
                      <a:lnTo>
                        <a:pt x="17939" y="282"/>
                      </a:lnTo>
                      <a:lnTo>
                        <a:pt x="17939" y="329"/>
                      </a:lnTo>
                      <a:lnTo>
                        <a:pt x="17986" y="329"/>
                      </a:lnTo>
                      <a:lnTo>
                        <a:pt x="18032" y="422"/>
                      </a:lnTo>
                      <a:lnTo>
                        <a:pt x="18313" y="704"/>
                      </a:lnTo>
                      <a:lnTo>
                        <a:pt x="28945" y="11289"/>
                      </a:lnTo>
                      <a:lnTo>
                        <a:pt x="34238" y="16628"/>
                      </a:lnTo>
                      <a:lnTo>
                        <a:pt x="36908" y="19251"/>
                      </a:lnTo>
                      <a:lnTo>
                        <a:pt x="38219" y="20609"/>
                      </a:lnTo>
                      <a:lnTo>
                        <a:pt x="38406" y="20749"/>
                      </a:lnTo>
                      <a:lnTo>
                        <a:pt x="38406" y="20796"/>
                      </a:lnTo>
                      <a:lnTo>
                        <a:pt x="72550" y="20796"/>
                      </a:lnTo>
                      <a:lnTo>
                        <a:pt x="72597" y="20890"/>
                      </a:lnTo>
                      <a:lnTo>
                        <a:pt x="72738" y="20937"/>
                      </a:lnTo>
                      <a:lnTo>
                        <a:pt x="72784" y="20890"/>
                      </a:lnTo>
                      <a:lnTo>
                        <a:pt x="72878" y="20843"/>
                      </a:lnTo>
                      <a:lnTo>
                        <a:pt x="72925" y="20796"/>
                      </a:lnTo>
                      <a:lnTo>
                        <a:pt x="72925" y="20703"/>
                      </a:lnTo>
                      <a:lnTo>
                        <a:pt x="72925" y="20656"/>
                      </a:lnTo>
                      <a:lnTo>
                        <a:pt x="72878" y="20562"/>
                      </a:lnTo>
                      <a:lnTo>
                        <a:pt x="72784" y="20515"/>
                      </a:lnTo>
                      <a:lnTo>
                        <a:pt x="72738" y="20515"/>
                      </a:lnTo>
                      <a:lnTo>
                        <a:pt x="72597" y="20562"/>
                      </a:lnTo>
                      <a:lnTo>
                        <a:pt x="72550" y="20609"/>
                      </a:lnTo>
                      <a:lnTo>
                        <a:pt x="38500" y="20609"/>
                      </a:lnTo>
                      <a:lnTo>
                        <a:pt x="38360" y="20468"/>
                      </a:lnTo>
                      <a:lnTo>
                        <a:pt x="37001" y="19110"/>
                      </a:lnTo>
                      <a:lnTo>
                        <a:pt x="34378" y="16487"/>
                      </a:lnTo>
                      <a:lnTo>
                        <a:pt x="29086" y="11148"/>
                      </a:lnTo>
                      <a:lnTo>
                        <a:pt x="18454" y="563"/>
                      </a:lnTo>
                      <a:lnTo>
                        <a:pt x="18173" y="282"/>
                      </a:lnTo>
                      <a:lnTo>
                        <a:pt x="18126" y="188"/>
                      </a:lnTo>
                      <a:lnTo>
                        <a:pt x="17986" y="95"/>
                      </a:lnTo>
                      <a:lnTo>
                        <a:pt x="375" y="95"/>
                      </a:lnTo>
                      <a:lnTo>
                        <a:pt x="375" y="141"/>
                      </a:lnTo>
                      <a:lnTo>
                        <a:pt x="281" y="48"/>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rot="5400000">
                  <a:off x="-1594354" y="3097615"/>
                  <a:ext cx="3306420" cy="940805"/>
                </a:xfrm>
                <a:custGeom>
                  <a:avLst/>
                  <a:gdLst/>
                  <a:ahLst/>
                  <a:cxnLst/>
                  <a:rect l="l" t="t" r="r" b="b"/>
                  <a:pathLst>
                    <a:path w="72925" h="20750" extrusionOk="0">
                      <a:moveTo>
                        <a:pt x="188" y="1"/>
                      </a:moveTo>
                      <a:lnTo>
                        <a:pt x="141" y="47"/>
                      </a:lnTo>
                      <a:lnTo>
                        <a:pt x="47" y="47"/>
                      </a:lnTo>
                      <a:lnTo>
                        <a:pt x="0" y="141"/>
                      </a:lnTo>
                      <a:lnTo>
                        <a:pt x="0" y="188"/>
                      </a:lnTo>
                      <a:lnTo>
                        <a:pt x="0" y="282"/>
                      </a:lnTo>
                      <a:lnTo>
                        <a:pt x="47" y="328"/>
                      </a:lnTo>
                      <a:lnTo>
                        <a:pt x="141" y="375"/>
                      </a:lnTo>
                      <a:lnTo>
                        <a:pt x="188" y="422"/>
                      </a:lnTo>
                      <a:lnTo>
                        <a:pt x="281" y="375"/>
                      </a:lnTo>
                      <a:lnTo>
                        <a:pt x="375" y="282"/>
                      </a:lnTo>
                      <a:lnTo>
                        <a:pt x="18735" y="282"/>
                      </a:lnTo>
                      <a:lnTo>
                        <a:pt x="18782" y="328"/>
                      </a:lnTo>
                      <a:lnTo>
                        <a:pt x="18875" y="422"/>
                      </a:lnTo>
                      <a:lnTo>
                        <a:pt x="19157" y="703"/>
                      </a:lnTo>
                      <a:lnTo>
                        <a:pt x="29695" y="11241"/>
                      </a:lnTo>
                      <a:lnTo>
                        <a:pt x="34940" y="16487"/>
                      </a:lnTo>
                      <a:lnTo>
                        <a:pt x="37610" y="19157"/>
                      </a:lnTo>
                      <a:lnTo>
                        <a:pt x="38922" y="20468"/>
                      </a:lnTo>
                      <a:lnTo>
                        <a:pt x="39109" y="20655"/>
                      </a:lnTo>
                      <a:lnTo>
                        <a:pt x="72550" y="20655"/>
                      </a:lnTo>
                      <a:lnTo>
                        <a:pt x="72597" y="20702"/>
                      </a:lnTo>
                      <a:lnTo>
                        <a:pt x="72738" y="20749"/>
                      </a:lnTo>
                      <a:lnTo>
                        <a:pt x="72784" y="20749"/>
                      </a:lnTo>
                      <a:lnTo>
                        <a:pt x="72878" y="20702"/>
                      </a:lnTo>
                      <a:lnTo>
                        <a:pt x="72925" y="20609"/>
                      </a:lnTo>
                      <a:lnTo>
                        <a:pt x="72925" y="20562"/>
                      </a:lnTo>
                      <a:lnTo>
                        <a:pt x="72925" y="20468"/>
                      </a:lnTo>
                      <a:lnTo>
                        <a:pt x="72878" y="20421"/>
                      </a:lnTo>
                      <a:lnTo>
                        <a:pt x="72784" y="20374"/>
                      </a:lnTo>
                      <a:lnTo>
                        <a:pt x="72597" y="20374"/>
                      </a:lnTo>
                      <a:lnTo>
                        <a:pt x="72550" y="20468"/>
                      </a:lnTo>
                      <a:lnTo>
                        <a:pt x="39156" y="20468"/>
                      </a:lnTo>
                      <a:lnTo>
                        <a:pt x="39015" y="20328"/>
                      </a:lnTo>
                      <a:lnTo>
                        <a:pt x="37704" y="19016"/>
                      </a:lnTo>
                      <a:lnTo>
                        <a:pt x="35081" y="16393"/>
                      </a:lnTo>
                      <a:lnTo>
                        <a:pt x="29835" y="11101"/>
                      </a:lnTo>
                      <a:lnTo>
                        <a:pt x="19297" y="563"/>
                      </a:lnTo>
                      <a:lnTo>
                        <a:pt x="19016" y="282"/>
                      </a:lnTo>
                      <a:lnTo>
                        <a:pt x="18829" y="141"/>
                      </a:lnTo>
                      <a:lnTo>
                        <a:pt x="18782" y="94"/>
                      </a:lnTo>
                      <a:lnTo>
                        <a:pt x="375" y="94"/>
                      </a:lnTo>
                      <a:lnTo>
                        <a:pt x="375" y="141"/>
                      </a:lnTo>
                      <a:lnTo>
                        <a:pt x="281" y="47"/>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rot="5400000">
                  <a:off x="-1531717" y="3100811"/>
                  <a:ext cx="3306420" cy="934412"/>
                </a:xfrm>
                <a:custGeom>
                  <a:avLst/>
                  <a:gdLst/>
                  <a:ahLst/>
                  <a:cxnLst/>
                  <a:rect l="l" t="t" r="r" b="b"/>
                  <a:pathLst>
                    <a:path w="72925" h="20609" extrusionOk="0">
                      <a:moveTo>
                        <a:pt x="188" y="0"/>
                      </a:moveTo>
                      <a:lnTo>
                        <a:pt x="141" y="47"/>
                      </a:lnTo>
                      <a:lnTo>
                        <a:pt x="47" y="47"/>
                      </a:lnTo>
                      <a:lnTo>
                        <a:pt x="0" y="141"/>
                      </a:lnTo>
                      <a:lnTo>
                        <a:pt x="0" y="187"/>
                      </a:lnTo>
                      <a:lnTo>
                        <a:pt x="0" y="281"/>
                      </a:lnTo>
                      <a:lnTo>
                        <a:pt x="47" y="328"/>
                      </a:lnTo>
                      <a:lnTo>
                        <a:pt x="141" y="375"/>
                      </a:lnTo>
                      <a:lnTo>
                        <a:pt x="188" y="422"/>
                      </a:lnTo>
                      <a:lnTo>
                        <a:pt x="281" y="375"/>
                      </a:lnTo>
                      <a:lnTo>
                        <a:pt x="375" y="281"/>
                      </a:lnTo>
                      <a:lnTo>
                        <a:pt x="19578" y="281"/>
                      </a:lnTo>
                      <a:lnTo>
                        <a:pt x="19578" y="328"/>
                      </a:lnTo>
                      <a:lnTo>
                        <a:pt x="19719" y="422"/>
                      </a:lnTo>
                      <a:lnTo>
                        <a:pt x="20000" y="750"/>
                      </a:lnTo>
                      <a:lnTo>
                        <a:pt x="30444" y="11194"/>
                      </a:lnTo>
                      <a:lnTo>
                        <a:pt x="35690" y="16393"/>
                      </a:lnTo>
                      <a:lnTo>
                        <a:pt x="38266" y="19016"/>
                      </a:lnTo>
                      <a:lnTo>
                        <a:pt x="39577" y="20327"/>
                      </a:lnTo>
                      <a:lnTo>
                        <a:pt x="39671" y="20374"/>
                      </a:lnTo>
                      <a:lnTo>
                        <a:pt x="39718" y="20468"/>
                      </a:lnTo>
                      <a:lnTo>
                        <a:pt x="72550" y="20468"/>
                      </a:lnTo>
                      <a:lnTo>
                        <a:pt x="72597" y="20561"/>
                      </a:lnTo>
                      <a:lnTo>
                        <a:pt x="72738" y="20608"/>
                      </a:lnTo>
                      <a:lnTo>
                        <a:pt x="72784" y="20561"/>
                      </a:lnTo>
                      <a:lnTo>
                        <a:pt x="72878" y="20514"/>
                      </a:lnTo>
                      <a:lnTo>
                        <a:pt x="72925" y="20468"/>
                      </a:lnTo>
                      <a:lnTo>
                        <a:pt x="72925" y="20374"/>
                      </a:lnTo>
                      <a:lnTo>
                        <a:pt x="72925" y="20327"/>
                      </a:lnTo>
                      <a:lnTo>
                        <a:pt x="72878" y="20233"/>
                      </a:lnTo>
                      <a:lnTo>
                        <a:pt x="72784" y="20187"/>
                      </a:lnTo>
                      <a:lnTo>
                        <a:pt x="72738" y="20187"/>
                      </a:lnTo>
                      <a:lnTo>
                        <a:pt x="72597" y="20233"/>
                      </a:lnTo>
                      <a:lnTo>
                        <a:pt x="72550" y="20280"/>
                      </a:lnTo>
                      <a:lnTo>
                        <a:pt x="39811" y="20280"/>
                      </a:lnTo>
                      <a:lnTo>
                        <a:pt x="39718" y="20187"/>
                      </a:lnTo>
                      <a:lnTo>
                        <a:pt x="38406" y="18875"/>
                      </a:lnTo>
                      <a:lnTo>
                        <a:pt x="35830" y="16252"/>
                      </a:lnTo>
                      <a:lnTo>
                        <a:pt x="30585" y="11054"/>
                      </a:lnTo>
                      <a:lnTo>
                        <a:pt x="20140" y="609"/>
                      </a:lnTo>
                      <a:lnTo>
                        <a:pt x="19859" y="281"/>
                      </a:lnTo>
                      <a:lnTo>
                        <a:pt x="19672" y="141"/>
                      </a:lnTo>
                      <a:lnTo>
                        <a:pt x="19672" y="94"/>
                      </a:lnTo>
                      <a:lnTo>
                        <a:pt x="375" y="94"/>
                      </a:lnTo>
                      <a:lnTo>
                        <a:pt x="375" y="141"/>
                      </a:lnTo>
                      <a:lnTo>
                        <a:pt x="281" y="47"/>
                      </a:lnTo>
                      <a:lnTo>
                        <a:pt x="18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9"/>
              <p:cNvGrpSpPr/>
              <p:nvPr/>
            </p:nvGrpSpPr>
            <p:grpSpPr>
              <a:xfrm flipH="1">
                <a:off x="168610" y="-285951"/>
                <a:ext cx="286730" cy="1656452"/>
                <a:chOff x="7866335" y="-1031841"/>
                <a:chExt cx="286730" cy="1656452"/>
              </a:xfrm>
            </p:grpSpPr>
            <p:sp>
              <p:nvSpPr>
                <p:cNvPr id="175" name="Google Shape;175;p9"/>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no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no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77" name="Google Shape;177;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78" name="Google Shape;178;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9"/>
        <p:cNvGrpSpPr/>
        <p:nvPr/>
      </p:nvGrpSpPr>
      <p:grpSpPr>
        <a:xfrm>
          <a:off x="0" y="0"/>
          <a:ext cx="0" cy="0"/>
          <a:chOff x="0" y="0"/>
          <a:chExt cx="0" cy="0"/>
        </a:xfrm>
      </p:grpSpPr>
      <p:sp>
        <p:nvSpPr>
          <p:cNvPr id="180" name="Google Shape;180;p10"/>
          <p:cNvSpPr>
            <a:spLocks noGrp="1"/>
          </p:cNvSpPr>
          <p:nvPr>
            <p:ph type="pic" idx="2"/>
          </p:nvPr>
        </p:nvSpPr>
        <p:spPr>
          <a:xfrm>
            <a:off x="-50" y="0"/>
            <a:ext cx="9144000" cy="5143500"/>
          </a:xfrm>
          <a:prstGeom prst="rect">
            <a:avLst/>
          </a:prstGeom>
          <a:noFill/>
          <a:ln>
            <a:noFill/>
          </a:ln>
        </p:spPr>
        <p:txBody>
          <a:bodyPr/>
          <a:lstStyle/>
          <a:p>
            <a:endParaRPr lang="en-AE"/>
          </a:p>
        </p:txBody>
      </p:sp>
      <p:sp>
        <p:nvSpPr>
          <p:cNvPr id="181" name="Google Shape;181;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24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5"/>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86"/>
        <p:cNvGrpSpPr/>
        <p:nvPr/>
      </p:nvGrpSpPr>
      <p:grpSpPr>
        <a:xfrm>
          <a:off x="0" y="0"/>
          <a:ext cx="0" cy="0"/>
          <a:chOff x="0" y="0"/>
          <a:chExt cx="0" cy="0"/>
        </a:xfrm>
      </p:grpSpPr>
      <p:sp>
        <p:nvSpPr>
          <p:cNvPr id="187" name="Google Shape;18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8" name="Google Shape;188;p13"/>
          <p:cNvSpPr txBox="1">
            <a:spLocks noGrp="1"/>
          </p:cNvSpPr>
          <p:nvPr>
            <p:ph type="title" idx="2" hasCustomPrompt="1"/>
          </p:nvPr>
        </p:nvSpPr>
        <p:spPr>
          <a:xfrm>
            <a:off x="1505400" y="1325010"/>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 name="Google Shape;189;p13"/>
          <p:cNvSpPr txBox="1">
            <a:spLocks noGrp="1"/>
          </p:cNvSpPr>
          <p:nvPr>
            <p:ph type="title" idx="3" hasCustomPrompt="1"/>
          </p:nvPr>
        </p:nvSpPr>
        <p:spPr>
          <a:xfrm>
            <a:off x="1505400" y="294075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0" name="Google Shape;190;p13"/>
          <p:cNvSpPr txBox="1">
            <a:spLocks noGrp="1"/>
          </p:cNvSpPr>
          <p:nvPr>
            <p:ph type="title" idx="4" hasCustomPrompt="1"/>
          </p:nvPr>
        </p:nvSpPr>
        <p:spPr>
          <a:xfrm>
            <a:off x="4204675" y="1325010"/>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1" name="Google Shape;191;p13"/>
          <p:cNvSpPr txBox="1">
            <a:spLocks noGrp="1"/>
          </p:cNvSpPr>
          <p:nvPr>
            <p:ph type="title" idx="5" hasCustomPrompt="1"/>
          </p:nvPr>
        </p:nvSpPr>
        <p:spPr>
          <a:xfrm>
            <a:off x="4204675" y="294075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2" name="Google Shape;192;p13"/>
          <p:cNvSpPr txBox="1">
            <a:spLocks noGrp="1"/>
          </p:cNvSpPr>
          <p:nvPr>
            <p:ph type="title" idx="6" hasCustomPrompt="1"/>
          </p:nvPr>
        </p:nvSpPr>
        <p:spPr>
          <a:xfrm>
            <a:off x="6903950" y="1325010"/>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3" name="Google Shape;193;p13"/>
          <p:cNvSpPr txBox="1">
            <a:spLocks noGrp="1"/>
          </p:cNvSpPr>
          <p:nvPr>
            <p:ph type="title" idx="7" hasCustomPrompt="1"/>
          </p:nvPr>
        </p:nvSpPr>
        <p:spPr>
          <a:xfrm>
            <a:off x="6903950" y="2940752"/>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4" name="Google Shape;194;p13"/>
          <p:cNvSpPr txBox="1">
            <a:spLocks noGrp="1"/>
          </p:cNvSpPr>
          <p:nvPr>
            <p:ph type="subTitle" idx="1"/>
          </p:nvPr>
        </p:nvSpPr>
        <p:spPr>
          <a:xfrm>
            <a:off x="720000" y="1844763"/>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5" name="Google Shape;195;p13"/>
          <p:cNvSpPr txBox="1">
            <a:spLocks noGrp="1"/>
          </p:cNvSpPr>
          <p:nvPr>
            <p:ph type="subTitle" idx="8"/>
          </p:nvPr>
        </p:nvSpPr>
        <p:spPr>
          <a:xfrm>
            <a:off x="3419275" y="1844763"/>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6" name="Google Shape;196;p13"/>
          <p:cNvSpPr txBox="1">
            <a:spLocks noGrp="1"/>
          </p:cNvSpPr>
          <p:nvPr>
            <p:ph type="subTitle" idx="9"/>
          </p:nvPr>
        </p:nvSpPr>
        <p:spPr>
          <a:xfrm>
            <a:off x="6118550" y="1844763"/>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7" name="Google Shape;197;p13"/>
          <p:cNvSpPr txBox="1">
            <a:spLocks noGrp="1"/>
          </p:cNvSpPr>
          <p:nvPr>
            <p:ph type="subTitle" idx="13"/>
          </p:nvPr>
        </p:nvSpPr>
        <p:spPr>
          <a:xfrm>
            <a:off x="720000" y="3460425"/>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8" name="Google Shape;198;p13"/>
          <p:cNvSpPr txBox="1">
            <a:spLocks noGrp="1"/>
          </p:cNvSpPr>
          <p:nvPr>
            <p:ph type="subTitle" idx="14"/>
          </p:nvPr>
        </p:nvSpPr>
        <p:spPr>
          <a:xfrm>
            <a:off x="3419275" y="3460425"/>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99" name="Google Shape;199;p13"/>
          <p:cNvSpPr txBox="1">
            <a:spLocks noGrp="1"/>
          </p:cNvSpPr>
          <p:nvPr>
            <p:ph type="subTitle" idx="15"/>
          </p:nvPr>
        </p:nvSpPr>
        <p:spPr>
          <a:xfrm>
            <a:off x="6118550" y="3460425"/>
            <a:ext cx="2305500" cy="788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00" name="Google Shape;200;p13"/>
          <p:cNvGrpSpPr/>
          <p:nvPr/>
        </p:nvGrpSpPr>
        <p:grpSpPr>
          <a:xfrm>
            <a:off x="-545299" y="9"/>
            <a:ext cx="9594041" cy="5221218"/>
            <a:chOff x="-545299" y="9"/>
            <a:chExt cx="9594041" cy="5221218"/>
          </a:xfrm>
        </p:grpSpPr>
        <p:grpSp>
          <p:nvGrpSpPr>
            <p:cNvPr id="201" name="Google Shape;201;p13"/>
            <p:cNvGrpSpPr/>
            <p:nvPr/>
          </p:nvGrpSpPr>
          <p:grpSpPr>
            <a:xfrm>
              <a:off x="8551770" y="9"/>
              <a:ext cx="496972" cy="3806042"/>
              <a:chOff x="8551770" y="9"/>
              <a:chExt cx="496972" cy="3806042"/>
            </a:xfrm>
          </p:grpSpPr>
          <p:grpSp>
            <p:nvGrpSpPr>
              <p:cNvPr id="202" name="Google Shape;202;p13"/>
              <p:cNvGrpSpPr/>
              <p:nvPr/>
            </p:nvGrpSpPr>
            <p:grpSpPr>
              <a:xfrm rot="10800000">
                <a:off x="8551770" y="9"/>
                <a:ext cx="496972" cy="2501635"/>
                <a:chOff x="8153020" y="-1031841"/>
                <a:chExt cx="496972" cy="2501635"/>
              </a:xfrm>
            </p:grpSpPr>
            <p:sp>
              <p:nvSpPr>
                <p:cNvPr id="203" name="Google Shape;203;p13"/>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3"/>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3"/>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 name="Google Shape;206;p13"/>
              <p:cNvSpPr/>
              <p:nvPr/>
            </p:nvSpPr>
            <p:spPr>
              <a:xfrm rot="-5400000">
                <a:off x="7509687" y="2325858"/>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 name="Google Shape;207;p13"/>
            <p:cNvGrpSpPr/>
            <p:nvPr/>
          </p:nvGrpSpPr>
          <p:grpSpPr>
            <a:xfrm>
              <a:off x="-545299" y="1914808"/>
              <a:ext cx="1133999" cy="3306420"/>
              <a:chOff x="-545299" y="1914808"/>
              <a:chExt cx="1133999" cy="3306420"/>
            </a:xfrm>
          </p:grpSpPr>
          <p:grpSp>
            <p:nvGrpSpPr>
              <p:cNvPr id="208" name="Google Shape;208;p13"/>
              <p:cNvGrpSpPr/>
              <p:nvPr/>
            </p:nvGrpSpPr>
            <p:grpSpPr>
              <a:xfrm>
                <a:off x="-545299" y="1914808"/>
                <a:ext cx="1133999" cy="3306420"/>
                <a:chOff x="-545299" y="1914808"/>
                <a:chExt cx="1133999" cy="3306420"/>
              </a:xfrm>
            </p:grpSpPr>
            <p:sp>
              <p:nvSpPr>
                <p:cNvPr id="209" name="Google Shape;209;p13"/>
                <p:cNvSpPr/>
                <p:nvPr/>
              </p:nvSpPr>
              <p:spPr>
                <a:xfrm rot="5400000">
                  <a:off x="-1720694" y="3090202"/>
                  <a:ext cx="3306420" cy="955631"/>
                </a:xfrm>
                <a:custGeom>
                  <a:avLst/>
                  <a:gdLst/>
                  <a:ahLst/>
                  <a:cxnLst/>
                  <a:rect l="l" t="t" r="r" b="b"/>
                  <a:pathLst>
                    <a:path w="72925" h="21077" extrusionOk="0">
                      <a:moveTo>
                        <a:pt x="188" y="0"/>
                      </a:moveTo>
                      <a:lnTo>
                        <a:pt x="141" y="47"/>
                      </a:lnTo>
                      <a:lnTo>
                        <a:pt x="47" y="47"/>
                      </a:lnTo>
                      <a:lnTo>
                        <a:pt x="0" y="141"/>
                      </a:lnTo>
                      <a:lnTo>
                        <a:pt x="0" y="188"/>
                      </a:lnTo>
                      <a:lnTo>
                        <a:pt x="0" y="281"/>
                      </a:lnTo>
                      <a:lnTo>
                        <a:pt x="47" y="328"/>
                      </a:lnTo>
                      <a:lnTo>
                        <a:pt x="141" y="375"/>
                      </a:lnTo>
                      <a:lnTo>
                        <a:pt x="188" y="422"/>
                      </a:lnTo>
                      <a:lnTo>
                        <a:pt x="281" y="375"/>
                      </a:lnTo>
                      <a:lnTo>
                        <a:pt x="375" y="281"/>
                      </a:lnTo>
                      <a:lnTo>
                        <a:pt x="17096" y="281"/>
                      </a:lnTo>
                      <a:lnTo>
                        <a:pt x="17143" y="328"/>
                      </a:lnTo>
                      <a:lnTo>
                        <a:pt x="17189" y="422"/>
                      </a:lnTo>
                      <a:lnTo>
                        <a:pt x="17470" y="656"/>
                      </a:lnTo>
                      <a:lnTo>
                        <a:pt x="28196" y="11382"/>
                      </a:lnTo>
                      <a:lnTo>
                        <a:pt x="33535" y="16721"/>
                      </a:lnTo>
                      <a:lnTo>
                        <a:pt x="36205" y="19391"/>
                      </a:lnTo>
                      <a:lnTo>
                        <a:pt x="37516" y="20702"/>
                      </a:lnTo>
                      <a:lnTo>
                        <a:pt x="37704" y="20889"/>
                      </a:lnTo>
                      <a:lnTo>
                        <a:pt x="37751" y="20936"/>
                      </a:lnTo>
                      <a:lnTo>
                        <a:pt x="37844" y="20983"/>
                      </a:lnTo>
                      <a:lnTo>
                        <a:pt x="72550" y="20983"/>
                      </a:lnTo>
                      <a:lnTo>
                        <a:pt x="72597" y="21030"/>
                      </a:lnTo>
                      <a:lnTo>
                        <a:pt x="72738" y="21077"/>
                      </a:lnTo>
                      <a:lnTo>
                        <a:pt x="72784" y="21077"/>
                      </a:lnTo>
                      <a:lnTo>
                        <a:pt x="72878" y="21030"/>
                      </a:lnTo>
                      <a:lnTo>
                        <a:pt x="72925" y="20936"/>
                      </a:lnTo>
                      <a:lnTo>
                        <a:pt x="72925" y="20889"/>
                      </a:lnTo>
                      <a:lnTo>
                        <a:pt x="72925" y="20796"/>
                      </a:lnTo>
                      <a:lnTo>
                        <a:pt x="72878" y="20749"/>
                      </a:lnTo>
                      <a:lnTo>
                        <a:pt x="72784" y="20702"/>
                      </a:lnTo>
                      <a:lnTo>
                        <a:pt x="72597" y="20702"/>
                      </a:lnTo>
                      <a:lnTo>
                        <a:pt x="72550" y="20796"/>
                      </a:lnTo>
                      <a:lnTo>
                        <a:pt x="37891" y="20796"/>
                      </a:lnTo>
                      <a:lnTo>
                        <a:pt x="37844" y="20749"/>
                      </a:lnTo>
                      <a:lnTo>
                        <a:pt x="37657" y="20608"/>
                      </a:lnTo>
                      <a:lnTo>
                        <a:pt x="36346" y="19250"/>
                      </a:lnTo>
                      <a:lnTo>
                        <a:pt x="33676" y="16580"/>
                      </a:lnTo>
                      <a:lnTo>
                        <a:pt x="28290" y="11241"/>
                      </a:lnTo>
                      <a:lnTo>
                        <a:pt x="17611" y="562"/>
                      </a:lnTo>
                      <a:lnTo>
                        <a:pt x="17330" y="281"/>
                      </a:lnTo>
                      <a:lnTo>
                        <a:pt x="17283" y="188"/>
                      </a:lnTo>
                      <a:lnTo>
                        <a:pt x="17236" y="141"/>
                      </a:lnTo>
                      <a:lnTo>
                        <a:pt x="17189" y="141"/>
                      </a:lnTo>
                      <a:lnTo>
                        <a:pt x="17189" y="94"/>
                      </a:lnTo>
                      <a:lnTo>
                        <a:pt x="375" y="94"/>
                      </a:lnTo>
                      <a:lnTo>
                        <a:pt x="375" y="141"/>
                      </a:lnTo>
                      <a:lnTo>
                        <a:pt x="281" y="47"/>
                      </a:lnTo>
                      <a:lnTo>
                        <a:pt x="188" y="0"/>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3"/>
                <p:cNvSpPr/>
                <p:nvPr/>
              </p:nvSpPr>
              <p:spPr>
                <a:xfrm rot="5400000">
                  <a:off x="-1658034" y="3093376"/>
                  <a:ext cx="3306420" cy="949284"/>
                </a:xfrm>
                <a:custGeom>
                  <a:avLst/>
                  <a:gdLst/>
                  <a:ahLst/>
                  <a:cxnLst/>
                  <a:rect l="l" t="t" r="r" b="b"/>
                  <a:pathLst>
                    <a:path w="72925" h="20937" extrusionOk="0">
                      <a:moveTo>
                        <a:pt x="188" y="1"/>
                      </a:moveTo>
                      <a:lnTo>
                        <a:pt x="141" y="48"/>
                      </a:lnTo>
                      <a:lnTo>
                        <a:pt x="47" y="48"/>
                      </a:lnTo>
                      <a:lnTo>
                        <a:pt x="0" y="141"/>
                      </a:lnTo>
                      <a:lnTo>
                        <a:pt x="0" y="188"/>
                      </a:lnTo>
                      <a:lnTo>
                        <a:pt x="0" y="282"/>
                      </a:lnTo>
                      <a:lnTo>
                        <a:pt x="47" y="329"/>
                      </a:lnTo>
                      <a:lnTo>
                        <a:pt x="141" y="376"/>
                      </a:lnTo>
                      <a:lnTo>
                        <a:pt x="188" y="422"/>
                      </a:lnTo>
                      <a:lnTo>
                        <a:pt x="281" y="376"/>
                      </a:lnTo>
                      <a:lnTo>
                        <a:pt x="375" y="282"/>
                      </a:lnTo>
                      <a:lnTo>
                        <a:pt x="17939" y="282"/>
                      </a:lnTo>
                      <a:lnTo>
                        <a:pt x="17939" y="329"/>
                      </a:lnTo>
                      <a:lnTo>
                        <a:pt x="17986" y="329"/>
                      </a:lnTo>
                      <a:lnTo>
                        <a:pt x="18032" y="422"/>
                      </a:lnTo>
                      <a:lnTo>
                        <a:pt x="18313" y="704"/>
                      </a:lnTo>
                      <a:lnTo>
                        <a:pt x="28945" y="11289"/>
                      </a:lnTo>
                      <a:lnTo>
                        <a:pt x="34238" y="16628"/>
                      </a:lnTo>
                      <a:lnTo>
                        <a:pt x="36908" y="19251"/>
                      </a:lnTo>
                      <a:lnTo>
                        <a:pt x="38219" y="20609"/>
                      </a:lnTo>
                      <a:lnTo>
                        <a:pt x="38406" y="20749"/>
                      </a:lnTo>
                      <a:lnTo>
                        <a:pt x="38406" y="20796"/>
                      </a:lnTo>
                      <a:lnTo>
                        <a:pt x="72550" y="20796"/>
                      </a:lnTo>
                      <a:lnTo>
                        <a:pt x="72597" y="20890"/>
                      </a:lnTo>
                      <a:lnTo>
                        <a:pt x="72738" y="20937"/>
                      </a:lnTo>
                      <a:lnTo>
                        <a:pt x="72784" y="20890"/>
                      </a:lnTo>
                      <a:lnTo>
                        <a:pt x="72878" y="20843"/>
                      </a:lnTo>
                      <a:lnTo>
                        <a:pt x="72925" y="20796"/>
                      </a:lnTo>
                      <a:lnTo>
                        <a:pt x="72925" y="20703"/>
                      </a:lnTo>
                      <a:lnTo>
                        <a:pt x="72925" y="20656"/>
                      </a:lnTo>
                      <a:lnTo>
                        <a:pt x="72878" y="20562"/>
                      </a:lnTo>
                      <a:lnTo>
                        <a:pt x="72784" y="20515"/>
                      </a:lnTo>
                      <a:lnTo>
                        <a:pt x="72738" y="20515"/>
                      </a:lnTo>
                      <a:lnTo>
                        <a:pt x="72597" y="20562"/>
                      </a:lnTo>
                      <a:lnTo>
                        <a:pt x="72550" y="20609"/>
                      </a:lnTo>
                      <a:lnTo>
                        <a:pt x="38500" y="20609"/>
                      </a:lnTo>
                      <a:lnTo>
                        <a:pt x="38360" y="20468"/>
                      </a:lnTo>
                      <a:lnTo>
                        <a:pt x="37001" y="19110"/>
                      </a:lnTo>
                      <a:lnTo>
                        <a:pt x="34378" y="16487"/>
                      </a:lnTo>
                      <a:lnTo>
                        <a:pt x="29086" y="11148"/>
                      </a:lnTo>
                      <a:lnTo>
                        <a:pt x="18454" y="563"/>
                      </a:lnTo>
                      <a:lnTo>
                        <a:pt x="18173" y="282"/>
                      </a:lnTo>
                      <a:lnTo>
                        <a:pt x="18126" y="188"/>
                      </a:lnTo>
                      <a:lnTo>
                        <a:pt x="17986" y="95"/>
                      </a:lnTo>
                      <a:lnTo>
                        <a:pt x="375" y="95"/>
                      </a:lnTo>
                      <a:lnTo>
                        <a:pt x="375" y="141"/>
                      </a:lnTo>
                      <a:lnTo>
                        <a:pt x="281" y="48"/>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rot="5400000">
                  <a:off x="-1594354" y="3097615"/>
                  <a:ext cx="3306420" cy="940805"/>
                </a:xfrm>
                <a:custGeom>
                  <a:avLst/>
                  <a:gdLst/>
                  <a:ahLst/>
                  <a:cxnLst/>
                  <a:rect l="l" t="t" r="r" b="b"/>
                  <a:pathLst>
                    <a:path w="72925" h="20750" extrusionOk="0">
                      <a:moveTo>
                        <a:pt x="188" y="1"/>
                      </a:moveTo>
                      <a:lnTo>
                        <a:pt x="141" y="47"/>
                      </a:lnTo>
                      <a:lnTo>
                        <a:pt x="47" y="47"/>
                      </a:lnTo>
                      <a:lnTo>
                        <a:pt x="0" y="141"/>
                      </a:lnTo>
                      <a:lnTo>
                        <a:pt x="0" y="188"/>
                      </a:lnTo>
                      <a:lnTo>
                        <a:pt x="0" y="282"/>
                      </a:lnTo>
                      <a:lnTo>
                        <a:pt x="47" y="328"/>
                      </a:lnTo>
                      <a:lnTo>
                        <a:pt x="141" y="375"/>
                      </a:lnTo>
                      <a:lnTo>
                        <a:pt x="188" y="422"/>
                      </a:lnTo>
                      <a:lnTo>
                        <a:pt x="281" y="375"/>
                      </a:lnTo>
                      <a:lnTo>
                        <a:pt x="375" y="282"/>
                      </a:lnTo>
                      <a:lnTo>
                        <a:pt x="18735" y="282"/>
                      </a:lnTo>
                      <a:lnTo>
                        <a:pt x="18782" y="328"/>
                      </a:lnTo>
                      <a:lnTo>
                        <a:pt x="18875" y="422"/>
                      </a:lnTo>
                      <a:lnTo>
                        <a:pt x="19157" y="703"/>
                      </a:lnTo>
                      <a:lnTo>
                        <a:pt x="29695" y="11241"/>
                      </a:lnTo>
                      <a:lnTo>
                        <a:pt x="34940" y="16487"/>
                      </a:lnTo>
                      <a:lnTo>
                        <a:pt x="37610" y="19157"/>
                      </a:lnTo>
                      <a:lnTo>
                        <a:pt x="38922" y="20468"/>
                      </a:lnTo>
                      <a:lnTo>
                        <a:pt x="39109" y="20655"/>
                      </a:lnTo>
                      <a:lnTo>
                        <a:pt x="72550" y="20655"/>
                      </a:lnTo>
                      <a:lnTo>
                        <a:pt x="72597" y="20702"/>
                      </a:lnTo>
                      <a:lnTo>
                        <a:pt x="72738" y="20749"/>
                      </a:lnTo>
                      <a:lnTo>
                        <a:pt x="72784" y="20749"/>
                      </a:lnTo>
                      <a:lnTo>
                        <a:pt x="72878" y="20702"/>
                      </a:lnTo>
                      <a:lnTo>
                        <a:pt x="72925" y="20609"/>
                      </a:lnTo>
                      <a:lnTo>
                        <a:pt x="72925" y="20562"/>
                      </a:lnTo>
                      <a:lnTo>
                        <a:pt x="72925" y="20468"/>
                      </a:lnTo>
                      <a:lnTo>
                        <a:pt x="72878" y="20421"/>
                      </a:lnTo>
                      <a:lnTo>
                        <a:pt x="72784" y="20374"/>
                      </a:lnTo>
                      <a:lnTo>
                        <a:pt x="72597" y="20374"/>
                      </a:lnTo>
                      <a:lnTo>
                        <a:pt x="72550" y="20468"/>
                      </a:lnTo>
                      <a:lnTo>
                        <a:pt x="39156" y="20468"/>
                      </a:lnTo>
                      <a:lnTo>
                        <a:pt x="39015" y="20328"/>
                      </a:lnTo>
                      <a:lnTo>
                        <a:pt x="37704" y="19016"/>
                      </a:lnTo>
                      <a:lnTo>
                        <a:pt x="35081" y="16393"/>
                      </a:lnTo>
                      <a:lnTo>
                        <a:pt x="29835" y="11101"/>
                      </a:lnTo>
                      <a:lnTo>
                        <a:pt x="19297" y="563"/>
                      </a:lnTo>
                      <a:lnTo>
                        <a:pt x="19016" y="282"/>
                      </a:lnTo>
                      <a:lnTo>
                        <a:pt x="18829" y="141"/>
                      </a:lnTo>
                      <a:lnTo>
                        <a:pt x="18782" y="94"/>
                      </a:lnTo>
                      <a:lnTo>
                        <a:pt x="375" y="94"/>
                      </a:lnTo>
                      <a:lnTo>
                        <a:pt x="375" y="141"/>
                      </a:lnTo>
                      <a:lnTo>
                        <a:pt x="281" y="47"/>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3"/>
                <p:cNvSpPr/>
                <p:nvPr/>
              </p:nvSpPr>
              <p:spPr>
                <a:xfrm rot="5400000">
                  <a:off x="-1531717" y="3100811"/>
                  <a:ext cx="3306420" cy="934412"/>
                </a:xfrm>
                <a:custGeom>
                  <a:avLst/>
                  <a:gdLst/>
                  <a:ahLst/>
                  <a:cxnLst/>
                  <a:rect l="l" t="t" r="r" b="b"/>
                  <a:pathLst>
                    <a:path w="72925" h="20609" extrusionOk="0">
                      <a:moveTo>
                        <a:pt x="188" y="0"/>
                      </a:moveTo>
                      <a:lnTo>
                        <a:pt x="141" y="47"/>
                      </a:lnTo>
                      <a:lnTo>
                        <a:pt x="47" y="47"/>
                      </a:lnTo>
                      <a:lnTo>
                        <a:pt x="0" y="141"/>
                      </a:lnTo>
                      <a:lnTo>
                        <a:pt x="0" y="187"/>
                      </a:lnTo>
                      <a:lnTo>
                        <a:pt x="0" y="281"/>
                      </a:lnTo>
                      <a:lnTo>
                        <a:pt x="47" y="328"/>
                      </a:lnTo>
                      <a:lnTo>
                        <a:pt x="141" y="375"/>
                      </a:lnTo>
                      <a:lnTo>
                        <a:pt x="188" y="422"/>
                      </a:lnTo>
                      <a:lnTo>
                        <a:pt x="281" y="375"/>
                      </a:lnTo>
                      <a:lnTo>
                        <a:pt x="375" y="281"/>
                      </a:lnTo>
                      <a:lnTo>
                        <a:pt x="19578" y="281"/>
                      </a:lnTo>
                      <a:lnTo>
                        <a:pt x="19578" y="328"/>
                      </a:lnTo>
                      <a:lnTo>
                        <a:pt x="19719" y="422"/>
                      </a:lnTo>
                      <a:lnTo>
                        <a:pt x="20000" y="750"/>
                      </a:lnTo>
                      <a:lnTo>
                        <a:pt x="30444" y="11194"/>
                      </a:lnTo>
                      <a:lnTo>
                        <a:pt x="35690" y="16393"/>
                      </a:lnTo>
                      <a:lnTo>
                        <a:pt x="38266" y="19016"/>
                      </a:lnTo>
                      <a:lnTo>
                        <a:pt x="39577" y="20327"/>
                      </a:lnTo>
                      <a:lnTo>
                        <a:pt x="39671" y="20374"/>
                      </a:lnTo>
                      <a:lnTo>
                        <a:pt x="39718" y="20468"/>
                      </a:lnTo>
                      <a:lnTo>
                        <a:pt x="72550" y="20468"/>
                      </a:lnTo>
                      <a:lnTo>
                        <a:pt x="72597" y="20561"/>
                      </a:lnTo>
                      <a:lnTo>
                        <a:pt x="72738" y="20608"/>
                      </a:lnTo>
                      <a:lnTo>
                        <a:pt x="72784" y="20561"/>
                      </a:lnTo>
                      <a:lnTo>
                        <a:pt x="72878" y="20514"/>
                      </a:lnTo>
                      <a:lnTo>
                        <a:pt x="72925" y="20468"/>
                      </a:lnTo>
                      <a:lnTo>
                        <a:pt x="72925" y="20374"/>
                      </a:lnTo>
                      <a:lnTo>
                        <a:pt x="72925" y="20327"/>
                      </a:lnTo>
                      <a:lnTo>
                        <a:pt x="72878" y="20233"/>
                      </a:lnTo>
                      <a:lnTo>
                        <a:pt x="72784" y="20187"/>
                      </a:lnTo>
                      <a:lnTo>
                        <a:pt x="72738" y="20187"/>
                      </a:lnTo>
                      <a:lnTo>
                        <a:pt x="72597" y="20233"/>
                      </a:lnTo>
                      <a:lnTo>
                        <a:pt x="72550" y="20280"/>
                      </a:lnTo>
                      <a:lnTo>
                        <a:pt x="39811" y="20280"/>
                      </a:lnTo>
                      <a:lnTo>
                        <a:pt x="39718" y="20187"/>
                      </a:lnTo>
                      <a:lnTo>
                        <a:pt x="38406" y="18875"/>
                      </a:lnTo>
                      <a:lnTo>
                        <a:pt x="35830" y="16252"/>
                      </a:lnTo>
                      <a:lnTo>
                        <a:pt x="30585" y="11054"/>
                      </a:lnTo>
                      <a:lnTo>
                        <a:pt x="20140" y="609"/>
                      </a:lnTo>
                      <a:lnTo>
                        <a:pt x="19859" y="281"/>
                      </a:lnTo>
                      <a:lnTo>
                        <a:pt x="19672" y="141"/>
                      </a:lnTo>
                      <a:lnTo>
                        <a:pt x="19672" y="94"/>
                      </a:lnTo>
                      <a:lnTo>
                        <a:pt x="375" y="94"/>
                      </a:lnTo>
                      <a:lnTo>
                        <a:pt x="375" y="141"/>
                      </a:lnTo>
                      <a:lnTo>
                        <a:pt x="281" y="47"/>
                      </a:lnTo>
                      <a:lnTo>
                        <a:pt x="188" y="0"/>
                      </a:lnTo>
                      <a:close/>
                    </a:path>
                  </a:pathLst>
                </a:cu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 name="Google Shape;213;p13"/>
              <p:cNvGrpSpPr/>
              <p:nvPr/>
            </p:nvGrpSpPr>
            <p:grpSpPr>
              <a:xfrm rot="10800000">
                <a:off x="225010" y="3317809"/>
                <a:ext cx="286730" cy="1656452"/>
                <a:chOff x="7866335" y="-1031841"/>
                <a:chExt cx="286730" cy="1656452"/>
              </a:xfrm>
            </p:grpSpPr>
            <p:sp>
              <p:nvSpPr>
                <p:cNvPr id="214" name="Google Shape;214;p13"/>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3"/>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16" name="Google Shape;216;p13"/>
          <p:cNvGrpSpPr/>
          <p:nvPr/>
        </p:nvGrpSpPr>
        <p:grpSpPr>
          <a:xfrm>
            <a:off x="241311" y="1611207"/>
            <a:ext cx="8480922" cy="2498410"/>
            <a:chOff x="241311" y="1611207"/>
            <a:chExt cx="8480922" cy="2498410"/>
          </a:xfrm>
        </p:grpSpPr>
        <p:pic>
          <p:nvPicPr>
            <p:cNvPr id="217" name="Google Shape;217;p13"/>
            <p:cNvPicPr preferRelativeResize="0"/>
            <p:nvPr/>
          </p:nvPicPr>
          <p:blipFill>
            <a:blip r:embed="rId2">
              <a:alphaModFix/>
            </a:blip>
            <a:stretch>
              <a:fillRect/>
            </a:stretch>
          </p:blipFill>
          <p:spPr>
            <a:xfrm>
              <a:off x="241311" y="1611207"/>
              <a:ext cx="509725" cy="202569"/>
            </a:xfrm>
            <a:prstGeom prst="rect">
              <a:avLst/>
            </a:prstGeom>
            <a:noFill/>
            <a:ln>
              <a:noFill/>
            </a:ln>
          </p:spPr>
        </p:pic>
        <p:pic>
          <p:nvPicPr>
            <p:cNvPr id="218" name="Google Shape;218;p13"/>
            <p:cNvPicPr preferRelativeResize="0"/>
            <p:nvPr/>
          </p:nvPicPr>
          <p:blipFill>
            <a:blip r:embed="rId2">
              <a:alphaModFix/>
            </a:blip>
            <a:stretch>
              <a:fillRect/>
            </a:stretch>
          </p:blipFill>
          <p:spPr>
            <a:xfrm rot="5400000">
              <a:off x="8366086" y="3753469"/>
              <a:ext cx="509725" cy="202569"/>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14"/>
        <p:cNvGrpSpPr/>
        <p:nvPr/>
      </p:nvGrpSpPr>
      <p:grpSpPr>
        <a:xfrm>
          <a:off x="0" y="0"/>
          <a:ext cx="0" cy="0"/>
          <a:chOff x="0" y="0"/>
          <a:chExt cx="0" cy="0"/>
        </a:xfrm>
      </p:grpSpPr>
      <p:sp>
        <p:nvSpPr>
          <p:cNvPr id="315" name="Google Shape;31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6" name="Google Shape;316;p18"/>
          <p:cNvSpPr txBox="1">
            <a:spLocks noGrp="1"/>
          </p:cNvSpPr>
          <p:nvPr>
            <p:ph type="subTitle" idx="1"/>
          </p:nvPr>
        </p:nvSpPr>
        <p:spPr>
          <a:xfrm>
            <a:off x="937625" y="2178574"/>
            <a:ext cx="21045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7" name="Google Shape;317;p18"/>
          <p:cNvSpPr txBox="1">
            <a:spLocks noGrp="1"/>
          </p:cNvSpPr>
          <p:nvPr>
            <p:ph type="subTitle" idx="2"/>
          </p:nvPr>
        </p:nvSpPr>
        <p:spPr>
          <a:xfrm>
            <a:off x="3519675" y="2178573"/>
            <a:ext cx="21045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8" name="Google Shape;318;p18"/>
          <p:cNvSpPr txBox="1">
            <a:spLocks noGrp="1"/>
          </p:cNvSpPr>
          <p:nvPr>
            <p:ph type="subTitle" idx="3"/>
          </p:nvPr>
        </p:nvSpPr>
        <p:spPr>
          <a:xfrm>
            <a:off x="6101875" y="2178573"/>
            <a:ext cx="21045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9" name="Google Shape;319;p18"/>
          <p:cNvSpPr txBox="1">
            <a:spLocks noGrp="1"/>
          </p:cNvSpPr>
          <p:nvPr>
            <p:ph type="subTitle" idx="4"/>
          </p:nvPr>
        </p:nvSpPr>
        <p:spPr>
          <a:xfrm>
            <a:off x="937625" y="1819500"/>
            <a:ext cx="2104500" cy="4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20" name="Google Shape;320;p18"/>
          <p:cNvSpPr txBox="1">
            <a:spLocks noGrp="1"/>
          </p:cNvSpPr>
          <p:nvPr>
            <p:ph type="subTitle" idx="5"/>
          </p:nvPr>
        </p:nvSpPr>
        <p:spPr>
          <a:xfrm>
            <a:off x="3519678" y="1819500"/>
            <a:ext cx="2104500" cy="4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21" name="Google Shape;321;p18"/>
          <p:cNvSpPr txBox="1">
            <a:spLocks noGrp="1"/>
          </p:cNvSpPr>
          <p:nvPr>
            <p:ph type="subTitle" idx="6"/>
          </p:nvPr>
        </p:nvSpPr>
        <p:spPr>
          <a:xfrm>
            <a:off x="6101875" y="1819500"/>
            <a:ext cx="2104500" cy="4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22" name="Google Shape;322;p18"/>
          <p:cNvGrpSpPr/>
          <p:nvPr/>
        </p:nvGrpSpPr>
        <p:grpSpPr>
          <a:xfrm>
            <a:off x="233089" y="658607"/>
            <a:ext cx="8862197" cy="3364110"/>
            <a:chOff x="233089" y="658607"/>
            <a:chExt cx="8862197" cy="3364110"/>
          </a:xfrm>
        </p:grpSpPr>
        <p:pic>
          <p:nvPicPr>
            <p:cNvPr id="323" name="Google Shape;323;p18"/>
            <p:cNvPicPr preferRelativeResize="0"/>
            <p:nvPr/>
          </p:nvPicPr>
          <p:blipFill>
            <a:blip r:embed="rId2">
              <a:alphaModFix/>
            </a:blip>
            <a:stretch>
              <a:fillRect/>
            </a:stretch>
          </p:blipFill>
          <p:spPr>
            <a:xfrm>
              <a:off x="8585561" y="658607"/>
              <a:ext cx="509725" cy="202569"/>
            </a:xfrm>
            <a:prstGeom prst="rect">
              <a:avLst/>
            </a:prstGeom>
            <a:noFill/>
            <a:ln>
              <a:noFill/>
            </a:ln>
          </p:spPr>
        </p:pic>
        <p:pic>
          <p:nvPicPr>
            <p:cNvPr id="324" name="Google Shape;324;p18"/>
            <p:cNvPicPr preferRelativeResize="0"/>
            <p:nvPr/>
          </p:nvPicPr>
          <p:blipFill>
            <a:blip r:embed="rId2">
              <a:alphaModFix/>
            </a:blip>
            <a:stretch>
              <a:fillRect/>
            </a:stretch>
          </p:blipFill>
          <p:spPr>
            <a:xfrm rot="-5400000" flipH="1">
              <a:off x="79511" y="3666569"/>
              <a:ext cx="509725" cy="202569"/>
            </a:xfrm>
            <a:prstGeom prst="rect">
              <a:avLst/>
            </a:prstGeom>
            <a:noFill/>
            <a:ln>
              <a:noFill/>
            </a:ln>
          </p:spPr>
        </p:pic>
      </p:grpSp>
      <p:grpSp>
        <p:nvGrpSpPr>
          <p:cNvPr id="325" name="Google Shape;325;p18"/>
          <p:cNvGrpSpPr/>
          <p:nvPr/>
        </p:nvGrpSpPr>
        <p:grpSpPr>
          <a:xfrm>
            <a:off x="-174526" y="-458662"/>
            <a:ext cx="11753515" cy="6039069"/>
            <a:chOff x="-174526" y="-458662"/>
            <a:chExt cx="11753515" cy="6039069"/>
          </a:xfrm>
        </p:grpSpPr>
        <p:grpSp>
          <p:nvGrpSpPr>
            <p:cNvPr id="326" name="Google Shape;326;p18"/>
            <p:cNvGrpSpPr/>
            <p:nvPr/>
          </p:nvGrpSpPr>
          <p:grpSpPr>
            <a:xfrm>
              <a:off x="-174526" y="4072246"/>
              <a:ext cx="3556817" cy="1508160"/>
              <a:chOff x="-174526" y="4072246"/>
              <a:chExt cx="3556817" cy="1508160"/>
            </a:xfrm>
          </p:grpSpPr>
          <p:grpSp>
            <p:nvGrpSpPr>
              <p:cNvPr id="327" name="Google Shape;327;p18"/>
              <p:cNvGrpSpPr/>
              <p:nvPr/>
            </p:nvGrpSpPr>
            <p:grpSpPr>
              <a:xfrm rot="-5400000" flipH="1">
                <a:off x="510335" y="3998805"/>
                <a:ext cx="286730" cy="1656452"/>
                <a:chOff x="7866335" y="-1031841"/>
                <a:chExt cx="286730" cy="1656452"/>
              </a:xfrm>
            </p:grpSpPr>
            <p:sp>
              <p:nvSpPr>
                <p:cNvPr id="328" name="Google Shape;328;p18"/>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8"/>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18"/>
              <p:cNvGrpSpPr/>
              <p:nvPr/>
            </p:nvGrpSpPr>
            <p:grpSpPr>
              <a:xfrm rot="-5400000" flipH="1">
                <a:off x="-182086" y="4203914"/>
                <a:ext cx="719954" cy="456619"/>
                <a:chOff x="5647214" y="3680345"/>
                <a:chExt cx="719954" cy="456619"/>
              </a:xfrm>
            </p:grpSpPr>
            <p:sp>
              <p:nvSpPr>
                <p:cNvPr id="331" name="Google Shape;331;p18"/>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8"/>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8"/>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 name="Google Shape;334;p18"/>
              <p:cNvGrpSpPr/>
              <p:nvPr/>
            </p:nvGrpSpPr>
            <p:grpSpPr>
              <a:xfrm rot="5400000" flipH="1">
                <a:off x="1899967" y="4098083"/>
                <a:ext cx="724216" cy="2240431"/>
                <a:chOff x="8412092" y="4079564"/>
                <a:chExt cx="724216" cy="2240431"/>
              </a:xfrm>
            </p:grpSpPr>
            <p:sp>
              <p:nvSpPr>
                <p:cNvPr id="335" name="Google Shape;335;p18"/>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8"/>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7" name="Google Shape;337;p18"/>
            <p:cNvGrpSpPr/>
            <p:nvPr/>
          </p:nvGrpSpPr>
          <p:grpSpPr>
            <a:xfrm>
              <a:off x="6869569" y="-458662"/>
              <a:ext cx="4709420" cy="2698305"/>
              <a:chOff x="6869569" y="-458662"/>
              <a:chExt cx="4709420" cy="2698305"/>
            </a:xfrm>
          </p:grpSpPr>
          <p:grpSp>
            <p:nvGrpSpPr>
              <p:cNvPr id="338" name="Google Shape;338;p18"/>
              <p:cNvGrpSpPr/>
              <p:nvPr/>
            </p:nvGrpSpPr>
            <p:grpSpPr>
              <a:xfrm>
                <a:off x="8707879" y="995196"/>
                <a:ext cx="2871110" cy="1244447"/>
                <a:chOff x="2451729" y="-1074279"/>
                <a:chExt cx="2871110" cy="1244447"/>
              </a:xfrm>
            </p:grpSpPr>
            <p:sp>
              <p:nvSpPr>
                <p:cNvPr id="339" name="Google Shape;339;p18"/>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8"/>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8"/>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8"/>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 name="Google Shape;343;p18"/>
              <p:cNvGrpSpPr/>
              <p:nvPr/>
            </p:nvGrpSpPr>
            <p:grpSpPr>
              <a:xfrm rot="-5400000">
                <a:off x="8287415" y="-574954"/>
                <a:ext cx="286730" cy="1656452"/>
                <a:chOff x="7866335" y="-1031841"/>
                <a:chExt cx="286730" cy="1656452"/>
              </a:xfrm>
            </p:grpSpPr>
            <p:sp>
              <p:nvSpPr>
                <p:cNvPr id="344" name="Google Shape;344;p18"/>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8"/>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6" name="Google Shape;346;p18"/>
              <p:cNvGrpSpPr/>
              <p:nvPr/>
            </p:nvGrpSpPr>
            <p:grpSpPr>
              <a:xfrm rot="5400000">
                <a:off x="7652092" y="-1241185"/>
                <a:ext cx="983243" cy="2548289"/>
                <a:chOff x="8388742" y="-675060"/>
                <a:chExt cx="983243" cy="2548289"/>
              </a:xfrm>
            </p:grpSpPr>
            <p:sp>
              <p:nvSpPr>
                <p:cNvPr id="347" name="Google Shape;347;p18"/>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8"/>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8"/>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50"/>
        <p:cNvGrpSpPr/>
        <p:nvPr/>
      </p:nvGrpSpPr>
      <p:grpSpPr>
        <a:xfrm>
          <a:off x="0" y="0"/>
          <a:ext cx="0" cy="0"/>
          <a:chOff x="0" y="0"/>
          <a:chExt cx="0" cy="0"/>
        </a:xfrm>
      </p:grpSpPr>
      <p:sp>
        <p:nvSpPr>
          <p:cNvPr id="351" name="Google Shape;351;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2" name="Google Shape;352;p19"/>
          <p:cNvSpPr txBox="1">
            <a:spLocks noGrp="1"/>
          </p:cNvSpPr>
          <p:nvPr>
            <p:ph type="subTitle" idx="1"/>
          </p:nvPr>
        </p:nvSpPr>
        <p:spPr>
          <a:xfrm>
            <a:off x="1253225" y="1737625"/>
            <a:ext cx="2674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3" name="Google Shape;353;p19"/>
          <p:cNvSpPr txBox="1">
            <a:spLocks noGrp="1"/>
          </p:cNvSpPr>
          <p:nvPr>
            <p:ph type="subTitle" idx="2"/>
          </p:nvPr>
        </p:nvSpPr>
        <p:spPr>
          <a:xfrm>
            <a:off x="5079775" y="1737625"/>
            <a:ext cx="2674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4" name="Google Shape;354;p19"/>
          <p:cNvSpPr txBox="1">
            <a:spLocks noGrp="1"/>
          </p:cNvSpPr>
          <p:nvPr>
            <p:ph type="subTitle" idx="3"/>
          </p:nvPr>
        </p:nvSpPr>
        <p:spPr>
          <a:xfrm>
            <a:off x="1253225" y="3398200"/>
            <a:ext cx="2674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5" name="Google Shape;355;p19"/>
          <p:cNvSpPr txBox="1">
            <a:spLocks noGrp="1"/>
          </p:cNvSpPr>
          <p:nvPr>
            <p:ph type="subTitle" idx="4"/>
          </p:nvPr>
        </p:nvSpPr>
        <p:spPr>
          <a:xfrm>
            <a:off x="5079775" y="3398200"/>
            <a:ext cx="26745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19"/>
          <p:cNvSpPr txBox="1">
            <a:spLocks noGrp="1"/>
          </p:cNvSpPr>
          <p:nvPr>
            <p:ph type="subTitle" idx="5"/>
          </p:nvPr>
        </p:nvSpPr>
        <p:spPr>
          <a:xfrm>
            <a:off x="1253225" y="1455550"/>
            <a:ext cx="267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7" name="Google Shape;357;p19"/>
          <p:cNvSpPr txBox="1">
            <a:spLocks noGrp="1"/>
          </p:cNvSpPr>
          <p:nvPr>
            <p:ph type="subTitle" idx="6"/>
          </p:nvPr>
        </p:nvSpPr>
        <p:spPr>
          <a:xfrm>
            <a:off x="1253225" y="3116200"/>
            <a:ext cx="267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8" name="Google Shape;358;p19"/>
          <p:cNvSpPr txBox="1">
            <a:spLocks noGrp="1"/>
          </p:cNvSpPr>
          <p:nvPr>
            <p:ph type="subTitle" idx="7"/>
          </p:nvPr>
        </p:nvSpPr>
        <p:spPr>
          <a:xfrm>
            <a:off x="5079750" y="1455550"/>
            <a:ext cx="267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9" name="Google Shape;359;p19"/>
          <p:cNvSpPr txBox="1">
            <a:spLocks noGrp="1"/>
          </p:cNvSpPr>
          <p:nvPr>
            <p:ph type="subTitle" idx="8"/>
          </p:nvPr>
        </p:nvSpPr>
        <p:spPr>
          <a:xfrm>
            <a:off x="5079750" y="3116200"/>
            <a:ext cx="267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60" name="Google Shape;360;p19"/>
          <p:cNvGrpSpPr/>
          <p:nvPr/>
        </p:nvGrpSpPr>
        <p:grpSpPr>
          <a:xfrm>
            <a:off x="1265261" y="294382"/>
            <a:ext cx="7518947" cy="3265222"/>
            <a:chOff x="1265261" y="294382"/>
            <a:chExt cx="7518947" cy="3265222"/>
          </a:xfrm>
        </p:grpSpPr>
        <p:pic>
          <p:nvPicPr>
            <p:cNvPr id="361" name="Google Shape;361;p19"/>
            <p:cNvPicPr preferRelativeResize="0"/>
            <p:nvPr/>
          </p:nvPicPr>
          <p:blipFill>
            <a:blip r:embed="rId2">
              <a:alphaModFix/>
            </a:blip>
            <a:stretch>
              <a:fillRect/>
            </a:stretch>
          </p:blipFill>
          <p:spPr>
            <a:xfrm>
              <a:off x="1265261" y="294382"/>
              <a:ext cx="509725" cy="202569"/>
            </a:xfrm>
            <a:prstGeom prst="rect">
              <a:avLst/>
            </a:prstGeom>
            <a:noFill/>
            <a:ln>
              <a:noFill/>
            </a:ln>
          </p:spPr>
        </p:pic>
        <p:pic>
          <p:nvPicPr>
            <p:cNvPr id="362" name="Google Shape;362;p19"/>
            <p:cNvPicPr preferRelativeResize="0"/>
            <p:nvPr/>
          </p:nvPicPr>
          <p:blipFill>
            <a:blip r:embed="rId2">
              <a:alphaModFix/>
            </a:blip>
            <a:stretch>
              <a:fillRect/>
            </a:stretch>
          </p:blipFill>
          <p:spPr>
            <a:xfrm rot="5400000">
              <a:off x="8428061" y="3203457"/>
              <a:ext cx="509725" cy="202569"/>
            </a:xfrm>
            <a:prstGeom prst="rect">
              <a:avLst/>
            </a:prstGeom>
            <a:noFill/>
            <a:ln>
              <a:noFill/>
            </a:ln>
          </p:spPr>
        </p:pic>
      </p:grpSp>
      <p:grpSp>
        <p:nvGrpSpPr>
          <p:cNvPr id="363" name="Google Shape;363;p19"/>
          <p:cNvGrpSpPr/>
          <p:nvPr/>
        </p:nvGrpSpPr>
        <p:grpSpPr>
          <a:xfrm>
            <a:off x="-1350362" y="-10"/>
            <a:ext cx="10926157" cy="6232303"/>
            <a:chOff x="-1350362" y="-10"/>
            <a:chExt cx="10926157" cy="6232303"/>
          </a:xfrm>
        </p:grpSpPr>
        <p:grpSp>
          <p:nvGrpSpPr>
            <p:cNvPr id="364" name="Google Shape;364;p19"/>
            <p:cNvGrpSpPr/>
            <p:nvPr/>
          </p:nvGrpSpPr>
          <p:grpSpPr>
            <a:xfrm>
              <a:off x="8581645" y="1394964"/>
              <a:ext cx="994151" cy="4837330"/>
              <a:chOff x="8581645" y="1394964"/>
              <a:chExt cx="994151" cy="4837330"/>
            </a:xfrm>
          </p:grpSpPr>
          <p:grpSp>
            <p:nvGrpSpPr>
              <p:cNvPr id="365" name="Google Shape;365;p19"/>
              <p:cNvGrpSpPr/>
              <p:nvPr/>
            </p:nvGrpSpPr>
            <p:grpSpPr>
              <a:xfrm rot="10800000" flipH="1">
                <a:off x="8581645" y="3730659"/>
                <a:ext cx="496972" cy="2501635"/>
                <a:chOff x="8153020" y="-1031841"/>
                <a:chExt cx="496972" cy="2501635"/>
              </a:xfrm>
            </p:grpSpPr>
            <p:sp>
              <p:nvSpPr>
                <p:cNvPr id="366" name="Google Shape;366;p19"/>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9"/>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19"/>
              <p:cNvGrpSpPr/>
              <p:nvPr/>
            </p:nvGrpSpPr>
            <p:grpSpPr>
              <a:xfrm flipH="1">
                <a:off x="8851580" y="1394964"/>
                <a:ext cx="724216" cy="2240431"/>
                <a:chOff x="8412092" y="4079564"/>
                <a:chExt cx="724216" cy="2240431"/>
              </a:xfrm>
            </p:grpSpPr>
            <p:sp>
              <p:nvSpPr>
                <p:cNvPr id="370" name="Google Shape;370;p19"/>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2" name="Google Shape;372;p19"/>
            <p:cNvGrpSpPr/>
            <p:nvPr/>
          </p:nvGrpSpPr>
          <p:grpSpPr>
            <a:xfrm>
              <a:off x="-1350362" y="-10"/>
              <a:ext cx="2501635" cy="2592329"/>
              <a:chOff x="-1350362" y="-10"/>
              <a:chExt cx="2501635" cy="2592329"/>
            </a:xfrm>
          </p:grpSpPr>
          <p:grpSp>
            <p:nvGrpSpPr>
              <p:cNvPr id="373" name="Google Shape;373;p19"/>
              <p:cNvGrpSpPr/>
              <p:nvPr/>
            </p:nvGrpSpPr>
            <p:grpSpPr>
              <a:xfrm rot="-5400000">
                <a:off x="-348030" y="-1002341"/>
                <a:ext cx="496972" cy="2501635"/>
                <a:chOff x="8153020" y="-1031841"/>
                <a:chExt cx="496972" cy="2501635"/>
              </a:xfrm>
            </p:grpSpPr>
            <p:sp>
              <p:nvSpPr>
                <p:cNvPr id="374" name="Google Shape;374;p19"/>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 name="Google Shape;377;p19"/>
              <p:cNvGrpSpPr/>
              <p:nvPr/>
            </p:nvGrpSpPr>
            <p:grpSpPr>
              <a:xfrm rot="10800000" flipH="1">
                <a:off x="-461645" y="351889"/>
                <a:ext cx="724216" cy="2240431"/>
                <a:chOff x="8412092" y="4079564"/>
                <a:chExt cx="724216" cy="2240431"/>
              </a:xfrm>
            </p:grpSpPr>
            <p:sp>
              <p:nvSpPr>
                <p:cNvPr id="378" name="Google Shape;378;p19"/>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80"/>
        <p:cNvGrpSpPr/>
        <p:nvPr/>
      </p:nvGrpSpPr>
      <p:grpSpPr>
        <a:xfrm>
          <a:off x="0" y="0"/>
          <a:ext cx="0" cy="0"/>
          <a:chOff x="0" y="0"/>
          <a:chExt cx="0" cy="0"/>
        </a:xfrm>
      </p:grpSpPr>
      <p:sp>
        <p:nvSpPr>
          <p:cNvPr id="381" name="Google Shape;381;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2" name="Google Shape;382;p20"/>
          <p:cNvSpPr txBox="1">
            <a:spLocks noGrp="1"/>
          </p:cNvSpPr>
          <p:nvPr>
            <p:ph type="subTitle" idx="1"/>
          </p:nvPr>
        </p:nvSpPr>
        <p:spPr>
          <a:xfrm>
            <a:off x="913263" y="16112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3" name="Google Shape;383;p20"/>
          <p:cNvSpPr txBox="1">
            <a:spLocks noGrp="1"/>
          </p:cNvSpPr>
          <p:nvPr>
            <p:ph type="subTitle" idx="2"/>
          </p:nvPr>
        </p:nvSpPr>
        <p:spPr>
          <a:xfrm>
            <a:off x="3579000" y="16112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4" name="Google Shape;384;p20"/>
          <p:cNvSpPr txBox="1">
            <a:spLocks noGrp="1"/>
          </p:cNvSpPr>
          <p:nvPr>
            <p:ph type="subTitle" idx="3"/>
          </p:nvPr>
        </p:nvSpPr>
        <p:spPr>
          <a:xfrm>
            <a:off x="913263" y="33415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5" name="Google Shape;385;p20"/>
          <p:cNvSpPr txBox="1">
            <a:spLocks noGrp="1"/>
          </p:cNvSpPr>
          <p:nvPr>
            <p:ph type="subTitle" idx="4"/>
          </p:nvPr>
        </p:nvSpPr>
        <p:spPr>
          <a:xfrm>
            <a:off x="3579000" y="33415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6" name="Google Shape;386;p20"/>
          <p:cNvSpPr txBox="1">
            <a:spLocks noGrp="1"/>
          </p:cNvSpPr>
          <p:nvPr>
            <p:ph type="subTitle" idx="5"/>
          </p:nvPr>
        </p:nvSpPr>
        <p:spPr>
          <a:xfrm>
            <a:off x="6244734" y="161121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7" name="Google Shape;387;p20"/>
          <p:cNvSpPr txBox="1">
            <a:spLocks noGrp="1"/>
          </p:cNvSpPr>
          <p:nvPr>
            <p:ph type="subTitle" idx="6"/>
          </p:nvPr>
        </p:nvSpPr>
        <p:spPr>
          <a:xfrm>
            <a:off x="6244734" y="33415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8" name="Google Shape;388;p20"/>
          <p:cNvSpPr txBox="1">
            <a:spLocks noGrp="1"/>
          </p:cNvSpPr>
          <p:nvPr>
            <p:ph type="subTitle" idx="7"/>
          </p:nvPr>
        </p:nvSpPr>
        <p:spPr>
          <a:xfrm>
            <a:off x="913263" y="1336275"/>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89" name="Google Shape;389;p20"/>
          <p:cNvSpPr txBox="1">
            <a:spLocks noGrp="1"/>
          </p:cNvSpPr>
          <p:nvPr>
            <p:ph type="subTitle" idx="8"/>
          </p:nvPr>
        </p:nvSpPr>
        <p:spPr>
          <a:xfrm>
            <a:off x="3579000" y="1336275"/>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90" name="Google Shape;390;p20"/>
          <p:cNvSpPr txBox="1">
            <a:spLocks noGrp="1"/>
          </p:cNvSpPr>
          <p:nvPr>
            <p:ph type="subTitle" idx="9"/>
          </p:nvPr>
        </p:nvSpPr>
        <p:spPr>
          <a:xfrm>
            <a:off x="6244734" y="1336275"/>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91" name="Google Shape;391;p20"/>
          <p:cNvSpPr txBox="1">
            <a:spLocks noGrp="1"/>
          </p:cNvSpPr>
          <p:nvPr>
            <p:ph type="subTitle" idx="13"/>
          </p:nvPr>
        </p:nvSpPr>
        <p:spPr>
          <a:xfrm>
            <a:off x="913263" y="3063352"/>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92" name="Google Shape;392;p20"/>
          <p:cNvSpPr txBox="1">
            <a:spLocks noGrp="1"/>
          </p:cNvSpPr>
          <p:nvPr>
            <p:ph type="subTitle" idx="14"/>
          </p:nvPr>
        </p:nvSpPr>
        <p:spPr>
          <a:xfrm>
            <a:off x="3579000" y="3063352"/>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93" name="Google Shape;393;p20"/>
          <p:cNvSpPr txBox="1">
            <a:spLocks noGrp="1"/>
          </p:cNvSpPr>
          <p:nvPr>
            <p:ph type="subTitle" idx="15"/>
          </p:nvPr>
        </p:nvSpPr>
        <p:spPr>
          <a:xfrm>
            <a:off x="6244734" y="3063352"/>
            <a:ext cx="1986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Oxanium SemiBold"/>
                <a:ea typeface="Oxanium SemiBold"/>
                <a:cs typeface="Oxanium SemiBold"/>
                <a:sym typeface="Oxanium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94" name="Google Shape;394;p20"/>
          <p:cNvGrpSpPr/>
          <p:nvPr/>
        </p:nvGrpSpPr>
        <p:grpSpPr>
          <a:xfrm>
            <a:off x="110336" y="2860769"/>
            <a:ext cx="8804747" cy="739572"/>
            <a:chOff x="110336" y="2860769"/>
            <a:chExt cx="8804747" cy="739572"/>
          </a:xfrm>
        </p:grpSpPr>
        <p:pic>
          <p:nvPicPr>
            <p:cNvPr id="395" name="Google Shape;395;p20"/>
            <p:cNvPicPr preferRelativeResize="0"/>
            <p:nvPr/>
          </p:nvPicPr>
          <p:blipFill>
            <a:blip r:embed="rId2">
              <a:alphaModFix/>
            </a:blip>
            <a:stretch>
              <a:fillRect/>
            </a:stretch>
          </p:blipFill>
          <p:spPr>
            <a:xfrm>
              <a:off x="110336" y="2860769"/>
              <a:ext cx="509725" cy="202569"/>
            </a:xfrm>
            <a:prstGeom prst="rect">
              <a:avLst/>
            </a:prstGeom>
            <a:noFill/>
            <a:ln>
              <a:noFill/>
            </a:ln>
          </p:spPr>
        </p:pic>
        <p:pic>
          <p:nvPicPr>
            <p:cNvPr id="396" name="Google Shape;396;p20"/>
            <p:cNvPicPr preferRelativeResize="0"/>
            <p:nvPr/>
          </p:nvPicPr>
          <p:blipFill>
            <a:blip r:embed="rId2">
              <a:alphaModFix/>
            </a:blip>
            <a:stretch>
              <a:fillRect/>
            </a:stretch>
          </p:blipFill>
          <p:spPr>
            <a:xfrm rot="5400000">
              <a:off x="8558936" y="3244194"/>
              <a:ext cx="509725" cy="202569"/>
            </a:xfrm>
            <a:prstGeom prst="rect">
              <a:avLst/>
            </a:prstGeom>
            <a:noFill/>
            <a:ln>
              <a:noFill/>
            </a:ln>
          </p:spPr>
        </p:pic>
      </p:grpSp>
      <p:grpSp>
        <p:nvGrpSpPr>
          <p:cNvPr id="397" name="Google Shape;397;p20"/>
          <p:cNvGrpSpPr/>
          <p:nvPr/>
        </p:nvGrpSpPr>
        <p:grpSpPr>
          <a:xfrm>
            <a:off x="-678649" y="-532917"/>
            <a:ext cx="11939458" cy="6234173"/>
            <a:chOff x="-678649" y="-532917"/>
            <a:chExt cx="11939458" cy="6234173"/>
          </a:xfrm>
        </p:grpSpPr>
        <p:grpSp>
          <p:nvGrpSpPr>
            <p:cNvPr id="398" name="Google Shape;398;p20"/>
            <p:cNvGrpSpPr/>
            <p:nvPr/>
          </p:nvGrpSpPr>
          <p:grpSpPr>
            <a:xfrm>
              <a:off x="6774319" y="3714350"/>
              <a:ext cx="4486489" cy="1986906"/>
              <a:chOff x="6774319" y="3714350"/>
              <a:chExt cx="4486489" cy="1986906"/>
            </a:xfrm>
          </p:grpSpPr>
          <p:grpSp>
            <p:nvGrpSpPr>
              <p:cNvPr id="399" name="Google Shape;399;p20"/>
              <p:cNvGrpSpPr/>
              <p:nvPr/>
            </p:nvGrpSpPr>
            <p:grpSpPr>
              <a:xfrm rot="5400000">
                <a:off x="9495042" y="2931827"/>
                <a:ext cx="983243" cy="2548289"/>
                <a:chOff x="8388742" y="-675060"/>
                <a:chExt cx="983243" cy="2548289"/>
              </a:xfrm>
            </p:grpSpPr>
            <p:sp>
              <p:nvSpPr>
                <p:cNvPr id="400" name="Google Shape;400;p20"/>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403;p20"/>
              <p:cNvGrpSpPr/>
              <p:nvPr/>
            </p:nvGrpSpPr>
            <p:grpSpPr>
              <a:xfrm rot="-5400000">
                <a:off x="7556842" y="3935490"/>
                <a:ext cx="983243" cy="2548289"/>
                <a:chOff x="8388742" y="-675060"/>
                <a:chExt cx="983243" cy="2548289"/>
              </a:xfrm>
            </p:grpSpPr>
            <p:sp>
              <p:nvSpPr>
                <p:cNvPr id="404" name="Google Shape;404;p20"/>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20"/>
            <p:cNvGrpSpPr/>
            <p:nvPr/>
          </p:nvGrpSpPr>
          <p:grpSpPr>
            <a:xfrm>
              <a:off x="-678649" y="-532917"/>
              <a:ext cx="1133999" cy="3306420"/>
              <a:chOff x="-678649" y="-532917"/>
              <a:chExt cx="1133999" cy="3306420"/>
            </a:xfrm>
          </p:grpSpPr>
          <p:grpSp>
            <p:nvGrpSpPr>
              <p:cNvPr id="408" name="Google Shape;408;p20"/>
              <p:cNvGrpSpPr/>
              <p:nvPr/>
            </p:nvGrpSpPr>
            <p:grpSpPr>
              <a:xfrm rot="10800000" flipH="1">
                <a:off x="-678649" y="-532917"/>
                <a:ext cx="1133999" cy="3306420"/>
                <a:chOff x="-545299" y="1914808"/>
                <a:chExt cx="1133999" cy="3306420"/>
              </a:xfrm>
            </p:grpSpPr>
            <p:sp>
              <p:nvSpPr>
                <p:cNvPr id="409" name="Google Shape;409;p20"/>
                <p:cNvSpPr/>
                <p:nvPr/>
              </p:nvSpPr>
              <p:spPr>
                <a:xfrm rot="5400000">
                  <a:off x="-1720694" y="3090202"/>
                  <a:ext cx="3306420" cy="955631"/>
                </a:xfrm>
                <a:custGeom>
                  <a:avLst/>
                  <a:gdLst/>
                  <a:ahLst/>
                  <a:cxnLst/>
                  <a:rect l="l" t="t" r="r" b="b"/>
                  <a:pathLst>
                    <a:path w="72925" h="21077" extrusionOk="0">
                      <a:moveTo>
                        <a:pt x="188" y="0"/>
                      </a:moveTo>
                      <a:lnTo>
                        <a:pt x="141" y="47"/>
                      </a:lnTo>
                      <a:lnTo>
                        <a:pt x="47" y="47"/>
                      </a:lnTo>
                      <a:lnTo>
                        <a:pt x="0" y="141"/>
                      </a:lnTo>
                      <a:lnTo>
                        <a:pt x="0" y="188"/>
                      </a:lnTo>
                      <a:lnTo>
                        <a:pt x="0" y="281"/>
                      </a:lnTo>
                      <a:lnTo>
                        <a:pt x="47" y="328"/>
                      </a:lnTo>
                      <a:lnTo>
                        <a:pt x="141" y="375"/>
                      </a:lnTo>
                      <a:lnTo>
                        <a:pt x="188" y="422"/>
                      </a:lnTo>
                      <a:lnTo>
                        <a:pt x="281" y="375"/>
                      </a:lnTo>
                      <a:lnTo>
                        <a:pt x="375" y="281"/>
                      </a:lnTo>
                      <a:lnTo>
                        <a:pt x="17096" y="281"/>
                      </a:lnTo>
                      <a:lnTo>
                        <a:pt x="17143" y="328"/>
                      </a:lnTo>
                      <a:lnTo>
                        <a:pt x="17189" y="422"/>
                      </a:lnTo>
                      <a:lnTo>
                        <a:pt x="17470" y="656"/>
                      </a:lnTo>
                      <a:lnTo>
                        <a:pt x="28196" y="11382"/>
                      </a:lnTo>
                      <a:lnTo>
                        <a:pt x="33535" y="16721"/>
                      </a:lnTo>
                      <a:lnTo>
                        <a:pt x="36205" y="19391"/>
                      </a:lnTo>
                      <a:lnTo>
                        <a:pt x="37516" y="20702"/>
                      </a:lnTo>
                      <a:lnTo>
                        <a:pt x="37704" y="20889"/>
                      </a:lnTo>
                      <a:lnTo>
                        <a:pt x="37751" y="20936"/>
                      </a:lnTo>
                      <a:lnTo>
                        <a:pt x="37844" y="20983"/>
                      </a:lnTo>
                      <a:lnTo>
                        <a:pt x="72550" y="20983"/>
                      </a:lnTo>
                      <a:lnTo>
                        <a:pt x="72597" y="21030"/>
                      </a:lnTo>
                      <a:lnTo>
                        <a:pt x="72738" y="21077"/>
                      </a:lnTo>
                      <a:lnTo>
                        <a:pt x="72784" y="21077"/>
                      </a:lnTo>
                      <a:lnTo>
                        <a:pt x="72878" y="21030"/>
                      </a:lnTo>
                      <a:lnTo>
                        <a:pt x="72925" y="20936"/>
                      </a:lnTo>
                      <a:lnTo>
                        <a:pt x="72925" y="20889"/>
                      </a:lnTo>
                      <a:lnTo>
                        <a:pt x="72925" y="20796"/>
                      </a:lnTo>
                      <a:lnTo>
                        <a:pt x="72878" y="20749"/>
                      </a:lnTo>
                      <a:lnTo>
                        <a:pt x="72784" y="20702"/>
                      </a:lnTo>
                      <a:lnTo>
                        <a:pt x="72597" y="20702"/>
                      </a:lnTo>
                      <a:lnTo>
                        <a:pt x="72550" y="20796"/>
                      </a:lnTo>
                      <a:lnTo>
                        <a:pt x="37891" y="20796"/>
                      </a:lnTo>
                      <a:lnTo>
                        <a:pt x="37844" y="20749"/>
                      </a:lnTo>
                      <a:lnTo>
                        <a:pt x="37657" y="20608"/>
                      </a:lnTo>
                      <a:lnTo>
                        <a:pt x="36346" y="19250"/>
                      </a:lnTo>
                      <a:lnTo>
                        <a:pt x="33676" y="16580"/>
                      </a:lnTo>
                      <a:lnTo>
                        <a:pt x="28290" y="11241"/>
                      </a:lnTo>
                      <a:lnTo>
                        <a:pt x="17611" y="562"/>
                      </a:lnTo>
                      <a:lnTo>
                        <a:pt x="17330" y="281"/>
                      </a:lnTo>
                      <a:lnTo>
                        <a:pt x="17283" y="188"/>
                      </a:lnTo>
                      <a:lnTo>
                        <a:pt x="17236" y="141"/>
                      </a:lnTo>
                      <a:lnTo>
                        <a:pt x="17189" y="141"/>
                      </a:lnTo>
                      <a:lnTo>
                        <a:pt x="17189" y="94"/>
                      </a:lnTo>
                      <a:lnTo>
                        <a:pt x="375" y="94"/>
                      </a:lnTo>
                      <a:lnTo>
                        <a:pt x="375" y="141"/>
                      </a:lnTo>
                      <a:lnTo>
                        <a:pt x="281" y="47"/>
                      </a:lnTo>
                      <a:lnTo>
                        <a:pt x="188" y="0"/>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rot="5400000">
                  <a:off x="-1658034" y="3093376"/>
                  <a:ext cx="3306420" cy="949284"/>
                </a:xfrm>
                <a:custGeom>
                  <a:avLst/>
                  <a:gdLst/>
                  <a:ahLst/>
                  <a:cxnLst/>
                  <a:rect l="l" t="t" r="r" b="b"/>
                  <a:pathLst>
                    <a:path w="72925" h="20937" extrusionOk="0">
                      <a:moveTo>
                        <a:pt x="188" y="1"/>
                      </a:moveTo>
                      <a:lnTo>
                        <a:pt x="141" y="48"/>
                      </a:lnTo>
                      <a:lnTo>
                        <a:pt x="47" y="48"/>
                      </a:lnTo>
                      <a:lnTo>
                        <a:pt x="0" y="141"/>
                      </a:lnTo>
                      <a:lnTo>
                        <a:pt x="0" y="188"/>
                      </a:lnTo>
                      <a:lnTo>
                        <a:pt x="0" y="282"/>
                      </a:lnTo>
                      <a:lnTo>
                        <a:pt x="47" y="329"/>
                      </a:lnTo>
                      <a:lnTo>
                        <a:pt x="141" y="376"/>
                      </a:lnTo>
                      <a:lnTo>
                        <a:pt x="188" y="422"/>
                      </a:lnTo>
                      <a:lnTo>
                        <a:pt x="281" y="376"/>
                      </a:lnTo>
                      <a:lnTo>
                        <a:pt x="375" y="282"/>
                      </a:lnTo>
                      <a:lnTo>
                        <a:pt x="17939" y="282"/>
                      </a:lnTo>
                      <a:lnTo>
                        <a:pt x="17939" y="329"/>
                      </a:lnTo>
                      <a:lnTo>
                        <a:pt x="17986" y="329"/>
                      </a:lnTo>
                      <a:lnTo>
                        <a:pt x="18032" y="422"/>
                      </a:lnTo>
                      <a:lnTo>
                        <a:pt x="18313" y="704"/>
                      </a:lnTo>
                      <a:lnTo>
                        <a:pt x="28945" y="11289"/>
                      </a:lnTo>
                      <a:lnTo>
                        <a:pt x="34238" y="16628"/>
                      </a:lnTo>
                      <a:lnTo>
                        <a:pt x="36908" y="19251"/>
                      </a:lnTo>
                      <a:lnTo>
                        <a:pt x="38219" y="20609"/>
                      </a:lnTo>
                      <a:lnTo>
                        <a:pt x="38406" y="20749"/>
                      </a:lnTo>
                      <a:lnTo>
                        <a:pt x="38406" y="20796"/>
                      </a:lnTo>
                      <a:lnTo>
                        <a:pt x="72550" y="20796"/>
                      </a:lnTo>
                      <a:lnTo>
                        <a:pt x="72597" y="20890"/>
                      </a:lnTo>
                      <a:lnTo>
                        <a:pt x="72738" y="20937"/>
                      </a:lnTo>
                      <a:lnTo>
                        <a:pt x="72784" y="20890"/>
                      </a:lnTo>
                      <a:lnTo>
                        <a:pt x="72878" y="20843"/>
                      </a:lnTo>
                      <a:lnTo>
                        <a:pt x="72925" y="20796"/>
                      </a:lnTo>
                      <a:lnTo>
                        <a:pt x="72925" y="20703"/>
                      </a:lnTo>
                      <a:lnTo>
                        <a:pt x="72925" y="20656"/>
                      </a:lnTo>
                      <a:lnTo>
                        <a:pt x="72878" y="20562"/>
                      </a:lnTo>
                      <a:lnTo>
                        <a:pt x="72784" y="20515"/>
                      </a:lnTo>
                      <a:lnTo>
                        <a:pt x="72738" y="20515"/>
                      </a:lnTo>
                      <a:lnTo>
                        <a:pt x="72597" y="20562"/>
                      </a:lnTo>
                      <a:lnTo>
                        <a:pt x="72550" y="20609"/>
                      </a:lnTo>
                      <a:lnTo>
                        <a:pt x="38500" y="20609"/>
                      </a:lnTo>
                      <a:lnTo>
                        <a:pt x="38360" y="20468"/>
                      </a:lnTo>
                      <a:lnTo>
                        <a:pt x="37001" y="19110"/>
                      </a:lnTo>
                      <a:lnTo>
                        <a:pt x="34378" y="16487"/>
                      </a:lnTo>
                      <a:lnTo>
                        <a:pt x="29086" y="11148"/>
                      </a:lnTo>
                      <a:lnTo>
                        <a:pt x="18454" y="563"/>
                      </a:lnTo>
                      <a:lnTo>
                        <a:pt x="18173" y="282"/>
                      </a:lnTo>
                      <a:lnTo>
                        <a:pt x="18126" y="188"/>
                      </a:lnTo>
                      <a:lnTo>
                        <a:pt x="17986" y="95"/>
                      </a:lnTo>
                      <a:lnTo>
                        <a:pt x="375" y="95"/>
                      </a:lnTo>
                      <a:lnTo>
                        <a:pt x="375" y="141"/>
                      </a:lnTo>
                      <a:lnTo>
                        <a:pt x="281" y="48"/>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rot="5400000">
                  <a:off x="-1594354" y="3097615"/>
                  <a:ext cx="3306420" cy="940805"/>
                </a:xfrm>
                <a:custGeom>
                  <a:avLst/>
                  <a:gdLst/>
                  <a:ahLst/>
                  <a:cxnLst/>
                  <a:rect l="l" t="t" r="r" b="b"/>
                  <a:pathLst>
                    <a:path w="72925" h="20750" extrusionOk="0">
                      <a:moveTo>
                        <a:pt x="188" y="1"/>
                      </a:moveTo>
                      <a:lnTo>
                        <a:pt x="141" y="47"/>
                      </a:lnTo>
                      <a:lnTo>
                        <a:pt x="47" y="47"/>
                      </a:lnTo>
                      <a:lnTo>
                        <a:pt x="0" y="141"/>
                      </a:lnTo>
                      <a:lnTo>
                        <a:pt x="0" y="188"/>
                      </a:lnTo>
                      <a:lnTo>
                        <a:pt x="0" y="282"/>
                      </a:lnTo>
                      <a:lnTo>
                        <a:pt x="47" y="328"/>
                      </a:lnTo>
                      <a:lnTo>
                        <a:pt x="141" y="375"/>
                      </a:lnTo>
                      <a:lnTo>
                        <a:pt x="188" y="422"/>
                      </a:lnTo>
                      <a:lnTo>
                        <a:pt x="281" y="375"/>
                      </a:lnTo>
                      <a:lnTo>
                        <a:pt x="375" y="282"/>
                      </a:lnTo>
                      <a:lnTo>
                        <a:pt x="18735" y="282"/>
                      </a:lnTo>
                      <a:lnTo>
                        <a:pt x="18782" y="328"/>
                      </a:lnTo>
                      <a:lnTo>
                        <a:pt x="18875" y="422"/>
                      </a:lnTo>
                      <a:lnTo>
                        <a:pt x="19157" y="703"/>
                      </a:lnTo>
                      <a:lnTo>
                        <a:pt x="29695" y="11241"/>
                      </a:lnTo>
                      <a:lnTo>
                        <a:pt x="34940" y="16487"/>
                      </a:lnTo>
                      <a:lnTo>
                        <a:pt x="37610" y="19157"/>
                      </a:lnTo>
                      <a:lnTo>
                        <a:pt x="38922" y="20468"/>
                      </a:lnTo>
                      <a:lnTo>
                        <a:pt x="39109" y="20655"/>
                      </a:lnTo>
                      <a:lnTo>
                        <a:pt x="72550" y="20655"/>
                      </a:lnTo>
                      <a:lnTo>
                        <a:pt x="72597" y="20702"/>
                      </a:lnTo>
                      <a:lnTo>
                        <a:pt x="72738" y="20749"/>
                      </a:lnTo>
                      <a:lnTo>
                        <a:pt x="72784" y="20749"/>
                      </a:lnTo>
                      <a:lnTo>
                        <a:pt x="72878" y="20702"/>
                      </a:lnTo>
                      <a:lnTo>
                        <a:pt x="72925" y="20609"/>
                      </a:lnTo>
                      <a:lnTo>
                        <a:pt x="72925" y="20562"/>
                      </a:lnTo>
                      <a:lnTo>
                        <a:pt x="72925" y="20468"/>
                      </a:lnTo>
                      <a:lnTo>
                        <a:pt x="72878" y="20421"/>
                      </a:lnTo>
                      <a:lnTo>
                        <a:pt x="72784" y="20374"/>
                      </a:lnTo>
                      <a:lnTo>
                        <a:pt x="72597" y="20374"/>
                      </a:lnTo>
                      <a:lnTo>
                        <a:pt x="72550" y="20468"/>
                      </a:lnTo>
                      <a:lnTo>
                        <a:pt x="39156" y="20468"/>
                      </a:lnTo>
                      <a:lnTo>
                        <a:pt x="39015" y="20328"/>
                      </a:lnTo>
                      <a:lnTo>
                        <a:pt x="37704" y="19016"/>
                      </a:lnTo>
                      <a:lnTo>
                        <a:pt x="35081" y="16393"/>
                      </a:lnTo>
                      <a:lnTo>
                        <a:pt x="29835" y="11101"/>
                      </a:lnTo>
                      <a:lnTo>
                        <a:pt x="19297" y="563"/>
                      </a:lnTo>
                      <a:lnTo>
                        <a:pt x="19016" y="282"/>
                      </a:lnTo>
                      <a:lnTo>
                        <a:pt x="18829" y="141"/>
                      </a:lnTo>
                      <a:lnTo>
                        <a:pt x="18782" y="94"/>
                      </a:lnTo>
                      <a:lnTo>
                        <a:pt x="375" y="94"/>
                      </a:lnTo>
                      <a:lnTo>
                        <a:pt x="375" y="141"/>
                      </a:lnTo>
                      <a:lnTo>
                        <a:pt x="281" y="47"/>
                      </a:lnTo>
                      <a:lnTo>
                        <a:pt x="188" y="1"/>
                      </a:lnTo>
                      <a:close/>
                    </a:path>
                  </a:pathLst>
                </a:cu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rot="5400000">
                  <a:off x="-1531717" y="3100811"/>
                  <a:ext cx="3306420" cy="934412"/>
                </a:xfrm>
                <a:custGeom>
                  <a:avLst/>
                  <a:gdLst/>
                  <a:ahLst/>
                  <a:cxnLst/>
                  <a:rect l="l" t="t" r="r" b="b"/>
                  <a:pathLst>
                    <a:path w="72925" h="20609" extrusionOk="0">
                      <a:moveTo>
                        <a:pt x="188" y="0"/>
                      </a:moveTo>
                      <a:lnTo>
                        <a:pt x="141" y="47"/>
                      </a:lnTo>
                      <a:lnTo>
                        <a:pt x="47" y="47"/>
                      </a:lnTo>
                      <a:lnTo>
                        <a:pt x="0" y="141"/>
                      </a:lnTo>
                      <a:lnTo>
                        <a:pt x="0" y="187"/>
                      </a:lnTo>
                      <a:lnTo>
                        <a:pt x="0" y="281"/>
                      </a:lnTo>
                      <a:lnTo>
                        <a:pt x="47" y="328"/>
                      </a:lnTo>
                      <a:lnTo>
                        <a:pt x="141" y="375"/>
                      </a:lnTo>
                      <a:lnTo>
                        <a:pt x="188" y="422"/>
                      </a:lnTo>
                      <a:lnTo>
                        <a:pt x="281" y="375"/>
                      </a:lnTo>
                      <a:lnTo>
                        <a:pt x="375" y="281"/>
                      </a:lnTo>
                      <a:lnTo>
                        <a:pt x="19578" y="281"/>
                      </a:lnTo>
                      <a:lnTo>
                        <a:pt x="19578" y="328"/>
                      </a:lnTo>
                      <a:lnTo>
                        <a:pt x="19719" y="422"/>
                      </a:lnTo>
                      <a:lnTo>
                        <a:pt x="20000" y="750"/>
                      </a:lnTo>
                      <a:lnTo>
                        <a:pt x="30444" y="11194"/>
                      </a:lnTo>
                      <a:lnTo>
                        <a:pt x="35690" y="16393"/>
                      </a:lnTo>
                      <a:lnTo>
                        <a:pt x="38266" y="19016"/>
                      </a:lnTo>
                      <a:lnTo>
                        <a:pt x="39577" y="20327"/>
                      </a:lnTo>
                      <a:lnTo>
                        <a:pt x="39671" y="20374"/>
                      </a:lnTo>
                      <a:lnTo>
                        <a:pt x="39718" y="20468"/>
                      </a:lnTo>
                      <a:lnTo>
                        <a:pt x="72550" y="20468"/>
                      </a:lnTo>
                      <a:lnTo>
                        <a:pt x="72597" y="20561"/>
                      </a:lnTo>
                      <a:lnTo>
                        <a:pt x="72738" y="20608"/>
                      </a:lnTo>
                      <a:lnTo>
                        <a:pt x="72784" y="20561"/>
                      </a:lnTo>
                      <a:lnTo>
                        <a:pt x="72878" y="20514"/>
                      </a:lnTo>
                      <a:lnTo>
                        <a:pt x="72925" y="20468"/>
                      </a:lnTo>
                      <a:lnTo>
                        <a:pt x="72925" y="20374"/>
                      </a:lnTo>
                      <a:lnTo>
                        <a:pt x="72925" y="20327"/>
                      </a:lnTo>
                      <a:lnTo>
                        <a:pt x="72878" y="20233"/>
                      </a:lnTo>
                      <a:lnTo>
                        <a:pt x="72784" y="20187"/>
                      </a:lnTo>
                      <a:lnTo>
                        <a:pt x="72738" y="20187"/>
                      </a:lnTo>
                      <a:lnTo>
                        <a:pt x="72597" y="20233"/>
                      </a:lnTo>
                      <a:lnTo>
                        <a:pt x="72550" y="20280"/>
                      </a:lnTo>
                      <a:lnTo>
                        <a:pt x="39811" y="20280"/>
                      </a:lnTo>
                      <a:lnTo>
                        <a:pt x="39718" y="20187"/>
                      </a:lnTo>
                      <a:lnTo>
                        <a:pt x="38406" y="18875"/>
                      </a:lnTo>
                      <a:lnTo>
                        <a:pt x="35830" y="16252"/>
                      </a:lnTo>
                      <a:lnTo>
                        <a:pt x="30585" y="11054"/>
                      </a:lnTo>
                      <a:lnTo>
                        <a:pt x="20140" y="609"/>
                      </a:lnTo>
                      <a:lnTo>
                        <a:pt x="19859" y="281"/>
                      </a:lnTo>
                      <a:lnTo>
                        <a:pt x="19672" y="141"/>
                      </a:lnTo>
                      <a:lnTo>
                        <a:pt x="19672" y="94"/>
                      </a:lnTo>
                      <a:lnTo>
                        <a:pt x="375" y="94"/>
                      </a:lnTo>
                      <a:lnTo>
                        <a:pt x="375" y="141"/>
                      </a:lnTo>
                      <a:lnTo>
                        <a:pt x="281" y="47"/>
                      </a:lnTo>
                      <a:lnTo>
                        <a:pt x="18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 name="Google Shape;413;p20"/>
              <p:cNvGrpSpPr/>
              <p:nvPr/>
            </p:nvGrpSpPr>
            <p:grpSpPr>
              <a:xfrm flipH="1">
                <a:off x="168610" y="-285951"/>
                <a:ext cx="286730" cy="1656452"/>
                <a:chOff x="7866335" y="-1031841"/>
                <a:chExt cx="286730" cy="1656452"/>
              </a:xfrm>
            </p:grpSpPr>
            <p:sp>
              <p:nvSpPr>
                <p:cNvPr id="414" name="Google Shape;414;p20"/>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20"/>
        <p:cNvGrpSpPr/>
        <p:nvPr/>
      </p:nvGrpSpPr>
      <p:grpSpPr>
        <a:xfrm>
          <a:off x="0" y="0"/>
          <a:ext cx="0" cy="0"/>
          <a:chOff x="0" y="0"/>
          <a:chExt cx="0" cy="0"/>
        </a:xfrm>
      </p:grpSpPr>
      <p:grpSp>
        <p:nvGrpSpPr>
          <p:cNvPr id="421" name="Google Shape;421;p22"/>
          <p:cNvGrpSpPr/>
          <p:nvPr/>
        </p:nvGrpSpPr>
        <p:grpSpPr>
          <a:xfrm>
            <a:off x="117114" y="1384982"/>
            <a:ext cx="8920347" cy="1568785"/>
            <a:chOff x="117114" y="1384982"/>
            <a:chExt cx="8920347" cy="1568785"/>
          </a:xfrm>
        </p:grpSpPr>
        <p:pic>
          <p:nvPicPr>
            <p:cNvPr id="422" name="Google Shape;422;p22"/>
            <p:cNvPicPr preferRelativeResize="0"/>
            <p:nvPr/>
          </p:nvPicPr>
          <p:blipFill>
            <a:blip r:embed="rId2">
              <a:alphaModFix/>
            </a:blip>
            <a:stretch>
              <a:fillRect/>
            </a:stretch>
          </p:blipFill>
          <p:spPr>
            <a:xfrm>
              <a:off x="8527736" y="1384982"/>
              <a:ext cx="509725" cy="202569"/>
            </a:xfrm>
            <a:prstGeom prst="rect">
              <a:avLst/>
            </a:prstGeom>
            <a:noFill/>
            <a:ln>
              <a:noFill/>
            </a:ln>
          </p:spPr>
        </p:pic>
        <p:pic>
          <p:nvPicPr>
            <p:cNvPr id="423" name="Google Shape;423;p22"/>
            <p:cNvPicPr preferRelativeResize="0"/>
            <p:nvPr/>
          </p:nvPicPr>
          <p:blipFill>
            <a:blip r:embed="rId2">
              <a:alphaModFix/>
            </a:blip>
            <a:stretch>
              <a:fillRect/>
            </a:stretch>
          </p:blipFill>
          <p:spPr>
            <a:xfrm rot="5400000">
              <a:off x="-36464" y="2597619"/>
              <a:ext cx="509725" cy="202569"/>
            </a:xfrm>
            <a:prstGeom prst="rect">
              <a:avLst/>
            </a:prstGeom>
            <a:noFill/>
            <a:ln>
              <a:noFill/>
            </a:ln>
          </p:spPr>
        </p:pic>
      </p:grpSp>
      <p:grpSp>
        <p:nvGrpSpPr>
          <p:cNvPr id="424" name="Google Shape;424;p22"/>
          <p:cNvGrpSpPr/>
          <p:nvPr/>
        </p:nvGrpSpPr>
        <p:grpSpPr>
          <a:xfrm>
            <a:off x="117114" y="74746"/>
            <a:ext cx="11434826" cy="6920042"/>
            <a:chOff x="117114" y="74746"/>
            <a:chExt cx="11434826" cy="6920042"/>
          </a:xfrm>
        </p:grpSpPr>
        <p:grpSp>
          <p:nvGrpSpPr>
            <p:cNvPr id="425" name="Google Shape;425;p22"/>
            <p:cNvGrpSpPr/>
            <p:nvPr/>
          </p:nvGrpSpPr>
          <p:grpSpPr>
            <a:xfrm>
              <a:off x="117114" y="3138659"/>
              <a:ext cx="496972" cy="3856129"/>
              <a:chOff x="117114" y="3138659"/>
              <a:chExt cx="496972" cy="3856129"/>
            </a:xfrm>
          </p:grpSpPr>
          <p:grpSp>
            <p:nvGrpSpPr>
              <p:cNvPr id="426" name="Google Shape;426;p22"/>
              <p:cNvGrpSpPr/>
              <p:nvPr/>
            </p:nvGrpSpPr>
            <p:grpSpPr>
              <a:xfrm rot="10800000">
                <a:off x="117114" y="3138659"/>
                <a:ext cx="496972" cy="2501635"/>
                <a:chOff x="7450114" y="-1031841"/>
                <a:chExt cx="496972" cy="2501635"/>
              </a:xfrm>
            </p:grpSpPr>
            <p:sp>
              <p:nvSpPr>
                <p:cNvPr id="427" name="Google Shape;427;p22"/>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2"/>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2"/>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0" name="Google Shape;430;p22"/>
              <p:cNvSpPr/>
              <p:nvPr/>
            </p:nvSpPr>
            <p:spPr>
              <a:xfrm rot="5400000">
                <a:off x="-1160513" y="5514596"/>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22"/>
            <p:cNvGrpSpPr/>
            <p:nvPr/>
          </p:nvGrpSpPr>
          <p:grpSpPr>
            <a:xfrm>
              <a:off x="8680817" y="74746"/>
              <a:ext cx="2871122" cy="3818999"/>
              <a:chOff x="8680817" y="74746"/>
              <a:chExt cx="2871122" cy="3818999"/>
            </a:xfrm>
          </p:grpSpPr>
          <p:grpSp>
            <p:nvGrpSpPr>
              <p:cNvPr id="432" name="Google Shape;432;p22"/>
              <p:cNvGrpSpPr/>
              <p:nvPr/>
            </p:nvGrpSpPr>
            <p:grpSpPr>
              <a:xfrm rot="10800000" flipH="1">
                <a:off x="8680829" y="74746"/>
                <a:ext cx="2871110" cy="1244447"/>
                <a:chOff x="2451729" y="-1074279"/>
                <a:chExt cx="2871110" cy="1244447"/>
              </a:xfrm>
            </p:grpSpPr>
            <p:sp>
              <p:nvSpPr>
                <p:cNvPr id="433" name="Google Shape;433;p22"/>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2"/>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2"/>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437;p22"/>
              <p:cNvGrpSpPr/>
              <p:nvPr/>
            </p:nvGrpSpPr>
            <p:grpSpPr>
              <a:xfrm>
                <a:off x="8680817" y="1653314"/>
                <a:ext cx="724216" cy="2240431"/>
                <a:chOff x="8412092" y="4079564"/>
                <a:chExt cx="724216" cy="2240431"/>
              </a:xfrm>
            </p:grpSpPr>
            <p:sp>
              <p:nvSpPr>
                <p:cNvPr id="438" name="Google Shape;438;p22"/>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2"/>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40"/>
        <p:cNvGrpSpPr/>
        <p:nvPr/>
      </p:nvGrpSpPr>
      <p:grpSpPr>
        <a:xfrm>
          <a:off x="0" y="0"/>
          <a:ext cx="0" cy="0"/>
          <a:chOff x="0" y="0"/>
          <a:chExt cx="0" cy="0"/>
        </a:xfrm>
      </p:grpSpPr>
      <p:grpSp>
        <p:nvGrpSpPr>
          <p:cNvPr id="441" name="Google Shape;441;p23"/>
          <p:cNvGrpSpPr/>
          <p:nvPr/>
        </p:nvGrpSpPr>
        <p:grpSpPr>
          <a:xfrm>
            <a:off x="1265261" y="294382"/>
            <a:ext cx="7518947" cy="3265222"/>
            <a:chOff x="1265261" y="294382"/>
            <a:chExt cx="7518947" cy="3265222"/>
          </a:xfrm>
        </p:grpSpPr>
        <p:pic>
          <p:nvPicPr>
            <p:cNvPr id="442" name="Google Shape;442;p23"/>
            <p:cNvPicPr preferRelativeResize="0"/>
            <p:nvPr/>
          </p:nvPicPr>
          <p:blipFill>
            <a:blip r:embed="rId2">
              <a:alphaModFix/>
            </a:blip>
            <a:stretch>
              <a:fillRect/>
            </a:stretch>
          </p:blipFill>
          <p:spPr>
            <a:xfrm>
              <a:off x="1265261" y="294382"/>
              <a:ext cx="509725" cy="202569"/>
            </a:xfrm>
            <a:prstGeom prst="rect">
              <a:avLst/>
            </a:prstGeom>
            <a:noFill/>
            <a:ln>
              <a:noFill/>
            </a:ln>
          </p:spPr>
        </p:pic>
        <p:pic>
          <p:nvPicPr>
            <p:cNvPr id="443" name="Google Shape;443;p23"/>
            <p:cNvPicPr preferRelativeResize="0"/>
            <p:nvPr/>
          </p:nvPicPr>
          <p:blipFill>
            <a:blip r:embed="rId2">
              <a:alphaModFix/>
            </a:blip>
            <a:stretch>
              <a:fillRect/>
            </a:stretch>
          </p:blipFill>
          <p:spPr>
            <a:xfrm rot="5400000">
              <a:off x="8428061" y="3203457"/>
              <a:ext cx="509725" cy="202569"/>
            </a:xfrm>
            <a:prstGeom prst="rect">
              <a:avLst/>
            </a:prstGeom>
            <a:noFill/>
            <a:ln>
              <a:noFill/>
            </a:ln>
          </p:spPr>
        </p:pic>
      </p:grpSp>
      <p:grpSp>
        <p:nvGrpSpPr>
          <p:cNvPr id="444" name="Google Shape;444;p23"/>
          <p:cNvGrpSpPr/>
          <p:nvPr/>
        </p:nvGrpSpPr>
        <p:grpSpPr>
          <a:xfrm>
            <a:off x="-1350362" y="-10"/>
            <a:ext cx="10926157" cy="6232303"/>
            <a:chOff x="-1350362" y="-10"/>
            <a:chExt cx="10926157" cy="6232303"/>
          </a:xfrm>
        </p:grpSpPr>
        <p:grpSp>
          <p:nvGrpSpPr>
            <p:cNvPr id="445" name="Google Shape;445;p23"/>
            <p:cNvGrpSpPr/>
            <p:nvPr/>
          </p:nvGrpSpPr>
          <p:grpSpPr>
            <a:xfrm>
              <a:off x="8581645" y="1394964"/>
              <a:ext cx="994151" cy="4837330"/>
              <a:chOff x="8581645" y="1394964"/>
              <a:chExt cx="994151" cy="4837330"/>
            </a:xfrm>
          </p:grpSpPr>
          <p:grpSp>
            <p:nvGrpSpPr>
              <p:cNvPr id="446" name="Google Shape;446;p23"/>
              <p:cNvGrpSpPr/>
              <p:nvPr/>
            </p:nvGrpSpPr>
            <p:grpSpPr>
              <a:xfrm rot="10800000" flipH="1">
                <a:off x="8581645" y="3730659"/>
                <a:ext cx="496972" cy="2501635"/>
                <a:chOff x="8153020" y="-1031841"/>
                <a:chExt cx="496972" cy="2501635"/>
              </a:xfrm>
            </p:grpSpPr>
            <p:sp>
              <p:nvSpPr>
                <p:cNvPr id="447" name="Google Shape;447;p23"/>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3"/>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3"/>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3"/>
              <p:cNvGrpSpPr/>
              <p:nvPr/>
            </p:nvGrpSpPr>
            <p:grpSpPr>
              <a:xfrm flipH="1">
                <a:off x="8851580" y="1394964"/>
                <a:ext cx="724216" cy="2240431"/>
                <a:chOff x="8412092" y="4079564"/>
                <a:chExt cx="724216" cy="2240431"/>
              </a:xfrm>
            </p:grpSpPr>
            <p:sp>
              <p:nvSpPr>
                <p:cNvPr id="451" name="Google Shape;451;p23"/>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3"/>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 name="Google Shape;453;p23"/>
            <p:cNvGrpSpPr/>
            <p:nvPr/>
          </p:nvGrpSpPr>
          <p:grpSpPr>
            <a:xfrm>
              <a:off x="-1350362" y="-10"/>
              <a:ext cx="2501635" cy="2592329"/>
              <a:chOff x="-1350362" y="-10"/>
              <a:chExt cx="2501635" cy="2592329"/>
            </a:xfrm>
          </p:grpSpPr>
          <p:grpSp>
            <p:nvGrpSpPr>
              <p:cNvPr id="454" name="Google Shape;454;p23"/>
              <p:cNvGrpSpPr/>
              <p:nvPr/>
            </p:nvGrpSpPr>
            <p:grpSpPr>
              <a:xfrm rot="-5400000">
                <a:off x="-348030" y="-1002341"/>
                <a:ext cx="496972" cy="2501635"/>
                <a:chOff x="8153020" y="-1031841"/>
                <a:chExt cx="496972" cy="2501635"/>
              </a:xfrm>
            </p:grpSpPr>
            <p:sp>
              <p:nvSpPr>
                <p:cNvPr id="455" name="Google Shape;455;p23"/>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3"/>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3"/>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 name="Google Shape;458;p23"/>
              <p:cNvGrpSpPr/>
              <p:nvPr/>
            </p:nvGrpSpPr>
            <p:grpSpPr>
              <a:xfrm rot="10800000" flipH="1">
                <a:off x="-461645" y="351889"/>
                <a:ext cx="724216" cy="2240431"/>
                <a:chOff x="8412092" y="4079564"/>
                <a:chExt cx="724216" cy="2240431"/>
              </a:xfrm>
            </p:grpSpPr>
            <p:sp>
              <p:nvSpPr>
                <p:cNvPr id="459" name="Google Shape;459;p23"/>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3"/>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Oxanium SemiBold"/>
              <a:buNone/>
              <a:defRPr sz="3000">
                <a:solidFill>
                  <a:schemeClr val="dk1"/>
                </a:solidFill>
                <a:latin typeface="Oxanium SemiBold"/>
                <a:ea typeface="Oxanium SemiBold"/>
                <a:cs typeface="Oxanium SemiBold"/>
                <a:sym typeface="Oxanium SemiBold"/>
              </a:defRPr>
            </a:lvl1pPr>
            <a:lvl2pPr lvl="1"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2pPr>
            <a:lvl3pPr lvl="2"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3pPr>
            <a:lvl4pPr lvl="3"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4pPr>
            <a:lvl5pPr lvl="4"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5pPr>
            <a:lvl6pPr lvl="5"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6pPr>
            <a:lvl7pPr lvl="6"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7pPr>
            <a:lvl8pPr lvl="7"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8pPr>
            <a:lvl9pPr lvl="8" algn="ctr" rtl="0">
              <a:spcBef>
                <a:spcPts val="0"/>
              </a:spcBef>
              <a:spcAft>
                <a:spcPts val="0"/>
              </a:spcAft>
              <a:buClr>
                <a:schemeClr val="dk1"/>
              </a:buClr>
              <a:buSzPts val="3000"/>
              <a:buFont typeface="Oxanium"/>
              <a:buNone/>
              <a:defRPr sz="3000" b="1">
                <a:solidFill>
                  <a:schemeClr val="dk1"/>
                </a:solidFill>
                <a:latin typeface="Oxanium"/>
                <a:ea typeface="Oxanium"/>
                <a:cs typeface="Oxanium"/>
                <a:sym typeface="Oxan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1pPr>
            <a:lvl2pPr marL="914400" lvl="1"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2pPr>
            <a:lvl3pPr marL="1371600" lvl="2"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3pPr>
            <a:lvl4pPr marL="1828800" lvl="3"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4pPr>
            <a:lvl5pPr marL="2286000" lvl="4"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5pPr>
            <a:lvl6pPr marL="2743200" lvl="5"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6pPr>
            <a:lvl7pPr marL="3200400" lvl="6"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7pPr>
            <a:lvl8pPr marL="3657600" lvl="7"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8pPr>
            <a:lvl9pPr marL="4114800" lvl="8"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8" r:id="rId8"/>
    <p:sldLayoutId id="2147483659" r:id="rId9"/>
    <p:sldLayoutId id="2147483664" r:id="rId10"/>
    <p:sldLayoutId id="2147483665" r:id="rId11"/>
    <p:sldLayoutId id="2147483666" r:id="rId12"/>
    <p:sldLayoutId id="2147483668" r:id="rId13"/>
    <p:sldLayoutId id="2147483669" r:id="rId14"/>
  </p:sldLayoutIdLst>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pSp>
        <p:nvGrpSpPr>
          <p:cNvPr id="471" name="Google Shape;471;p27"/>
          <p:cNvGrpSpPr/>
          <p:nvPr/>
        </p:nvGrpSpPr>
        <p:grpSpPr>
          <a:xfrm>
            <a:off x="2211790" y="-1074279"/>
            <a:ext cx="7977767" cy="7761619"/>
            <a:chOff x="2211790" y="-1074279"/>
            <a:chExt cx="7977767" cy="7761619"/>
          </a:xfrm>
        </p:grpSpPr>
        <p:grpSp>
          <p:nvGrpSpPr>
            <p:cNvPr id="472" name="Google Shape;472;p27"/>
            <p:cNvGrpSpPr/>
            <p:nvPr/>
          </p:nvGrpSpPr>
          <p:grpSpPr>
            <a:xfrm>
              <a:off x="3986591" y="3584814"/>
              <a:ext cx="3193886" cy="1373983"/>
              <a:chOff x="3986591" y="3584814"/>
              <a:chExt cx="3193886" cy="1373983"/>
            </a:xfrm>
          </p:grpSpPr>
          <p:sp>
            <p:nvSpPr>
              <p:cNvPr id="473" name="Google Shape;473;p27"/>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7"/>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7"/>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7"/>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27"/>
            <p:cNvGrpSpPr/>
            <p:nvPr/>
          </p:nvGrpSpPr>
          <p:grpSpPr>
            <a:xfrm>
              <a:off x="7329101" y="3584814"/>
              <a:ext cx="600982" cy="3102526"/>
              <a:chOff x="7329101" y="3584814"/>
              <a:chExt cx="600982" cy="3102526"/>
            </a:xfrm>
          </p:grpSpPr>
          <p:sp>
            <p:nvSpPr>
              <p:cNvPr id="479" name="Google Shape;479;p27"/>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7"/>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7"/>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7"/>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5" name="Google Shape;485;p27"/>
            <p:cNvSpPr/>
            <p:nvPr/>
          </p:nvSpPr>
          <p:spPr>
            <a:xfrm>
              <a:off x="2211790" y="-79824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 name="Google Shape;486;p27"/>
            <p:cNvGrpSpPr/>
            <p:nvPr/>
          </p:nvGrpSpPr>
          <p:grpSpPr>
            <a:xfrm>
              <a:off x="8388742" y="2469903"/>
              <a:ext cx="1471691" cy="263380"/>
              <a:chOff x="8388742" y="2469903"/>
              <a:chExt cx="1471691" cy="263380"/>
            </a:xfrm>
          </p:grpSpPr>
          <p:sp>
            <p:nvSpPr>
              <p:cNvPr id="487" name="Google Shape;487;p27"/>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7"/>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27"/>
            <p:cNvSpPr/>
            <p:nvPr/>
          </p:nvSpPr>
          <p:spPr>
            <a:xfrm>
              <a:off x="8225246" y="3584814"/>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2" name="Google Shape;492;p27"/>
            <p:cNvGrpSpPr/>
            <p:nvPr/>
          </p:nvGrpSpPr>
          <p:grpSpPr>
            <a:xfrm>
              <a:off x="6444385" y="497669"/>
              <a:ext cx="1238054" cy="1191399"/>
              <a:chOff x="6316160" y="278394"/>
              <a:chExt cx="1238054" cy="1191399"/>
            </a:xfrm>
          </p:grpSpPr>
          <p:sp>
            <p:nvSpPr>
              <p:cNvPr id="493" name="Google Shape;493;p27"/>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7"/>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7"/>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1" name="Google Shape;501;p27"/>
            <p:cNvSpPr/>
            <p:nvPr/>
          </p:nvSpPr>
          <p:spPr>
            <a:xfrm>
              <a:off x="2354067" y="-79824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2" name="Google Shape;502;p27"/>
            <p:cNvGrpSpPr/>
            <p:nvPr/>
          </p:nvGrpSpPr>
          <p:grpSpPr>
            <a:xfrm>
              <a:off x="5647214" y="3680345"/>
              <a:ext cx="719954" cy="456619"/>
              <a:chOff x="5647214" y="3680345"/>
              <a:chExt cx="719954" cy="456619"/>
            </a:xfrm>
          </p:grpSpPr>
          <p:sp>
            <p:nvSpPr>
              <p:cNvPr id="503" name="Google Shape;503;p27"/>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7"/>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7"/>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27"/>
            <p:cNvGrpSpPr/>
            <p:nvPr/>
          </p:nvGrpSpPr>
          <p:grpSpPr>
            <a:xfrm>
              <a:off x="5647214" y="3310870"/>
              <a:ext cx="719954" cy="456574"/>
              <a:chOff x="5647214" y="3310870"/>
              <a:chExt cx="719954" cy="456574"/>
            </a:xfrm>
          </p:grpSpPr>
          <p:sp>
            <p:nvSpPr>
              <p:cNvPr id="507" name="Google Shape;507;p27"/>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7"/>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7"/>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 name="Google Shape;510;p27"/>
            <p:cNvGrpSpPr/>
            <p:nvPr/>
          </p:nvGrpSpPr>
          <p:grpSpPr>
            <a:xfrm>
              <a:off x="8153020" y="-1031841"/>
              <a:ext cx="496972" cy="2501635"/>
              <a:chOff x="8153020" y="-1031841"/>
              <a:chExt cx="496972" cy="2501635"/>
            </a:xfrm>
          </p:grpSpPr>
          <p:sp>
            <p:nvSpPr>
              <p:cNvPr id="511" name="Google Shape;511;p27"/>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7"/>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7"/>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514;p27"/>
            <p:cNvGrpSpPr/>
            <p:nvPr/>
          </p:nvGrpSpPr>
          <p:grpSpPr>
            <a:xfrm>
              <a:off x="7450114" y="-1031841"/>
              <a:ext cx="496972" cy="2501635"/>
              <a:chOff x="7450114" y="-1031841"/>
              <a:chExt cx="496972" cy="2501635"/>
            </a:xfrm>
          </p:grpSpPr>
          <p:sp>
            <p:nvSpPr>
              <p:cNvPr id="515" name="Google Shape;515;p27"/>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7"/>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7"/>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27"/>
            <p:cNvGrpSpPr/>
            <p:nvPr/>
          </p:nvGrpSpPr>
          <p:grpSpPr>
            <a:xfrm>
              <a:off x="8388742" y="3053882"/>
              <a:ext cx="1800814" cy="923803"/>
              <a:chOff x="8388742" y="3053882"/>
              <a:chExt cx="1800814" cy="923803"/>
            </a:xfrm>
          </p:grpSpPr>
          <p:sp>
            <p:nvSpPr>
              <p:cNvPr id="519" name="Google Shape;519;p27"/>
              <p:cNvSpPr/>
              <p:nvPr/>
            </p:nvSpPr>
            <p:spPr>
              <a:xfrm>
                <a:off x="8388742" y="3053882"/>
                <a:ext cx="1800814" cy="327083"/>
              </a:xfrm>
              <a:custGeom>
                <a:avLst/>
                <a:gdLst/>
                <a:ahLst/>
                <a:cxnLst/>
                <a:rect l="l" t="t" r="r" b="b"/>
                <a:pathLst>
                  <a:path w="39718" h="7214" extrusionOk="0">
                    <a:moveTo>
                      <a:pt x="141" y="1"/>
                    </a:moveTo>
                    <a:lnTo>
                      <a:pt x="94" y="48"/>
                    </a:lnTo>
                    <a:lnTo>
                      <a:pt x="47" y="95"/>
                    </a:lnTo>
                    <a:lnTo>
                      <a:pt x="1" y="141"/>
                    </a:lnTo>
                    <a:lnTo>
                      <a:pt x="1" y="188"/>
                    </a:lnTo>
                    <a:lnTo>
                      <a:pt x="1" y="282"/>
                    </a:lnTo>
                    <a:lnTo>
                      <a:pt x="47" y="329"/>
                    </a:lnTo>
                    <a:lnTo>
                      <a:pt x="94" y="376"/>
                    </a:lnTo>
                    <a:lnTo>
                      <a:pt x="235" y="376"/>
                    </a:lnTo>
                    <a:lnTo>
                      <a:pt x="328" y="282"/>
                    </a:lnTo>
                    <a:lnTo>
                      <a:pt x="12412" y="282"/>
                    </a:lnTo>
                    <a:lnTo>
                      <a:pt x="12506" y="376"/>
                    </a:lnTo>
                    <a:lnTo>
                      <a:pt x="12646" y="563"/>
                    </a:lnTo>
                    <a:lnTo>
                      <a:pt x="16206" y="4076"/>
                    </a:lnTo>
                    <a:lnTo>
                      <a:pt x="17939" y="5856"/>
                    </a:lnTo>
                    <a:lnTo>
                      <a:pt x="18829" y="6745"/>
                    </a:lnTo>
                    <a:lnTo>
                      <a:pt x="19063" y="6933"/>
                    </a:lnTo>
                    <a:lnTo>
                      <a:pt x="19204" y="7073"/>
                    </a:lnTo>
                    <a:lnTo>
                      <a:pt x="19204" y="7120"/>
                    </a:lnTo>
                    <a:lnTo>
                      <a:pt x="39343" y="7120"/>
                    </a:lnTo>
                    <a:lnTo>
                      <a:pt x="39437" y="7167"/>
                    </a:lnTo>
                    <a:lnTo>
                      <a:pt x="39531" y="7214"/>
                    </a:lnTo>
                    <a:lnTo>
                      <a:pt x="39578" y="7214"/>
                    </a:lnTo>
                    <a:lnTo>
                      <a:pt x="39624" y="7167"/>
                    </a:lnTo>
                    <a:lnTo>
                      <a:pt x="39671" y="7120"/>
                    </a:lnTo>
                    <a:lnTo>
                      <a:pt x="39718" y="7026"/>
                    </a:lnTo>
                    <a:lnTo>
                      <a:pt x="39671" y="6980"/>
                    </a:lnTo>
                    <a:lnTo>
                      <a:pt x="39624" y="6886"/>
                    </a:lnTo>
                    <a:lnTo>
                      <a:pt x="39578" y="6886"/>
                    </a:lnTo>
                    <a:lnTo>
                      <a:pt x="39531" y="6839"/>
                    </a:lnTo>
                    <a:lnTo>
                      <a:pt x="39437" y="6886"/>
                    </a:lnTo>
                    <a:lnTo>
                      <a:pt x="39343" y="6933"/>
                    </a:lnTo>
                    <a:lnTo>
                      <a:pt x="19297" y="6933"/>
                    </a:lnTo>
                    <a:lnTo>
                      <a:pt x="19204" y="6839"/>
                    </a:lnTo>
                    <a:lnTo>
                      <a:pt x="18969" y="6605"/>
                    </a:lnTo>
                    <a:lnTo>
                      <a:pt x="18080" y="5715"/>
                    </a:lnTo>
                    <a:lnTo>
                      <a:pt x="16300" y="3982"/>
                    </a:lnTo>
                    <a:lnTo>
                      <a:pt x="12787" y="422"/>
                    </a:lnTo>
                    <a:lnTo>
                      <a:pt x="12600" y="235"/>
                    </a:lnTo>
                    <a:lnTo>
                      <a:pt x="12506" y="141"/>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7"/>
              <p:cNvSpPr/>
              <p:nvPr/>
            </p:nvSpPr>
            <p:spPr>
              <a:xfrm>
                <a:off x="8388742" y="3153721"/>
                <a:ext cx="1800814" cy="327083"/>
              </a:xfrm>
              <a:custGeom>
                <a:avLst/>
                <a:gdLst/>
                <a:ahLst/>
                <a:cxnLst/>
                <a:rect l="l" t="t" r="r" b="b"/>
                <a:pathLst>
                  <a:path w="39718" h="7214" extrusionOk="0">
                    <a:moveTo>
                      <a:pt x="141" y="0"/>
                    </a:moveTo>
                    <a:lnTo>
                      <a:pt x="94" y="47"/>
                    </a:lnTo>
                    <a:lnTo>
                      <a:pt x="47" y="94"/>
                    </a:lnTo>
                    <a:lnTo>
                      <a:pt x="1" y="141"/>
                    </a:lnTo>
                    <a:lnTo>
                      <a:pt x="1" y="188"/>
                    </a:lnTo>
                    <a:lnTo>
                      <a:pt x="1" y="281"/>
                    </a:lnTo>
                    <a:lnTo>
                      <a:pt x="47" y="328"/>
                    </a:lnTo>
                    <a:lnTo>
                      <a:pt x="94" y="375"/>
                    </a:lnTo>
                    <a:lnTo>
                      <a:pt x="141" y="375"/>
                    </a:lnTo>
                    <a:lnTo>
                      <a:pt x="235" y="328"/>
                    </a:lnTo>
                    <a:lnTo>
                      <a:pt x="328" y="281"/>
                    </a:lnTo>
                    <a:lnTo>
                      <a:pt x="11476" y="281"/>
                    </a:lnTo>
                    <a:lnTo>
                      <a:pt x="11569" y="375"/>
                    </a:lnTo>
                    <a:lnTo>
                      <a:pt x="11710" y="515"/>
                    </a:lnTo>
                    <a:lnTo>
                      <a:pt x="15269" y="4075"/>
                    </a:lnTo>
                    <a:lnTo>
                      <a:pt x="17049" y="5808"/>
                    </a:lnTo>
                    <a:lnTo>
                      <a:pt x="17892" y="6698"/>
                    </a:lnTo>
                    <a:lnTo>
                      <a:pt x="18126" y="6932"/>
                    </a:lnTo>
                    <a:lnTo>
                      <a:pt x="18220" y="7026"/>
                    </a:lnTo>
                    <a:lnTo>
                      <a:pt x="18314" y="7119"/>
                    </a:lnTo>
                    <a:lnTo>
                      <a:pt x="39343" y="7119"/>
                    </a:lnTo>
                    <a:lnTo>
                      <a:pt x="39437" y="7166"/>
                    </a:lnTo>
                    <a:lnTo>
                      <a:pt x="39531" y="7213"/>
                    </a:lnTo>
                    <a:lnTo>
                      <a:pt x="39578" y="7213"/>
                    </a:lnTo>
                    <a:lnTo>
                      <a:pt x="39624" y="7166"/>
                    </a:lnTo>
                    <a:lnTo>
                      <a:pt x="39671" y="7119"/>
                    </a:lnTo>
                    <a:lnTo>
                      <a:pt x="39718" y="7026"/>
                    </a:lnTo>
                    <a:lnTo>
                      <a:pt x="39671" y="6979"/>
                    </a:lnTo>
                    <a:lnTo>
                      <a:pt x="39624" y="6885"/>
                    </a:lnTo>
                    <a:lnTo>
                      <a:pt x="39578" y="6838"/>
                    </a:lnTo>
                    <a:lnTo>
                      <a:pt x="39531" y="6838"/>
                    </a:lnTo>
                    <a:lnTo>
                      <a:pt x="39437" y="6885"/>
                    </a:lnTo>
                    <a:lnTo>
                      <a:pt x="39343" y="6932"/>
                    </a:lnTo>
                    <a:lnTo>
                      <a:pt x="18361" y="6932"/>
                    </a:lnTo>
                    <a:lnTo>
                      <a:pt x="18267" y="6792"/>
                    </a:lnTo>
                    <a:lnTo>
                      <a:pt x="18033" y="6604"/>
                    </a:lnTo>
                    <a:lnTo>
                      <a:pt x="17143" y="5714"/>
                    </a:lnTo>
                    <a:lnTo>
                      <a:pt x="15363" y="3935"/>
                    </a:lnTo>
                    <a:lnTo>
                      <a:pt x="11850" y="422"/>
                    </a:lnTo>
                    <a:lnTo>
                      <a:pt x="11663" y="234"/>
                    </a:lnTo>
                    <a:lnTo>
                      <a:pt x="11569" y="141"/>
                    </a:lnTo>
                    <a:lnTo>
                      <a:pt x="11569" y="94"/>
                    </a:lnTo>
                    <a:lnTo>
                      <a:pt x="328" y="94"/>
                    </a:lnTo>
                    <a:lnTo>
                      <a:pt x="328" y="141"/>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7"/>
              <p:cNvSpPr/>
              <p:nvPr/>
            </p:nvSpPr>
            <p:spPr>
              <a:xfrm>
                <a:off x="8388742" y="3253514"/>
                <a:ext cx="1800814" cy="327083"/>
              </a:xfrm>
              <a:custGeom>
                <a:avLst/>
                <a:gdLst/>
                <a:ahLst/>
                <a:cxnLst/>
                <a:rect l="l" t="t" r="r" b="b"/>
                <a:pathLst>
                  <a:path w="39718" h="7214" extrusionOk="0">
                    <a:moveTo>
                      <a:pt x="141" y="1"/>
                    </a:moveTo>
                    <a:lnTo>
                      <a:pt x="94" y="47"/>
                    </a:lnTo>
                    <a:lnTo>
                      <a:pt x="47" y="47"/>
                    </a:lnTo>
                    <a:lnTo>
                      <a:pt x="1" y="141"/>
                    </a:lnTo>
                    <a:lnTo>
                      <a:pt x="1" y="188"/>
                    </a:lnTo>
                    <a:lnTo>
                      <a:pt x="1" y="282"/>
                    </a:lnTo>
                    <a:lnTo>
                      <a:pt x="47" y="328"/>
                    </a:lnTo>
                    <a:lnTo>
                      <a:pt x="94" y="375"/>
                    </a:lnTo>
                    <a:lnTo>
                      <a:pt x="141" y="375"/>
                    </a:lnTo>
                    <a:lnTo>
                      <a:pt x="235" y="328"/>
                    </a:lnTo>
                    <a:lnTo>
                      <a:pt x="328" y="282"/>
                    </a:lnTo>
                    <a:lnTo>
                      <a:pt x="10586" y="282"/>
                    </a:lnTo>
                    <a:lnTo>
                      <a:pt x="10632" y="328"/>
                    </a:lnTo>
                    <a:lnTo>
                      <a:pt x="10820" y="516"/>
                    </a:lnTo>
                    <a:lnTo>
                      <a:pt x="14333" y="4029"/>
                    </a:lnTo>
                    <a:lnTo>
                      <a:pt x="16112" y="5808"/>
                    </a:lnTo>
                    <a:lnTo>
                      <a:pt x="17002" y="6698"/>
                    </a:lnTo>
                    <a:lnTo>
                      <a:pt x="17190" y="6886"/>
                    </a:lnTo>
                    <a:lnTo>
                      <a:pt x="17330" y="7026"/>
                    </a:lnTo>
                    <a:lnTo>
                      <a:pt x="17377" y="7073"/>
                    </a:lnTo>
                    <a:lnTo>
                      <a:pt x="17424" y="7120"/>
                    </a:lnTo>
                    <a:lnTo>
                      <a:pt x="39343" y="7120"/>
                    </a:lnTo>
                    <a:lnTo>
                      <a:pt x="39437" y="7167"/>
                    </a:lnTo>
                    <a:lnTo>
                      <a:pt x="39531" y="7213"/>
                    </a:lnTo>
                    <a:lnTo>
                      <a:pt x="39578" y="7167"/>
                    </a:lnTo>
                    <a:lnTo>
                      <a:pt x="39624" y="7167"/>
                    </a:lnTo>
                    <a:lnTo>
                      <a:pt x="39671" y="7073"/>
                    </a:lnTo>
                    <a:lnTo>
                      <a:pt x="39718" y="7026"/>
                    </a:lnTo>
                    <a:lnTo>
                      <a:pt x="39671" y="6932"/>
                    </a:lnTo>
                    <a:lnTo>
                      <a:pt x="39624" y="6886"/>
                    </a:lnTo>
                    <a:lnTo>
                      <a:pt x="39578" y="6839"/>
                    </a:lnTo>
                    <a:lnTo>
                      <a:pt x="39531" y="6839"/>
                    </a:lnTo>
                    <a:lnTo>
                      <a:pt x="39437" y="6886"/>
                    </a:lnTo>
                    <a:lnTo>
                      <a:pt x="39343" y="6932"/>
                    </a:lnTo>
                    <a:lnTo>
                      <a:pt x="17471" y="6932"/>
                    </a:lnTo>
                    <a:lnTo>
                      <a:pt x="17424" y="6886"/>
                    </a:lnTo>
                    <a:lnTo>
                      <a:pt x="17330" y="6792"/>
                    </a:lnTo>
                    <a:lnTo>
                      <a:pt x="17096" y="6558"/>
                    </a:lnTo>
                    <a:lnTo>
                      <a:pt x="16206" y="5668"/>
                    </a:lnTo>
                    <a:lnTo>
                      <a:pt x="14473" y="3888"/>
                    </a:lnTo>
                    <a:lnTo>
                      <a:pt x="10914" y="375"/>
                    </a:lnTo>
                    <a:lnTo>
                      <a:pt x="10773" y="235"/>
                    </a:lnTo>
                    <a:lnTo>
                      <a:pt x="10679" y="141"/>
                    </a:lnTo>
                    <a:lnTo>
                      <a:pt x="10632" y="94"/>
                    </a:lnTo>
                    <a:lnTo>
                      <a:pt x="328" y="94"/>
                    </a:lnTo>
                    <a:lnTo>
                      <a:pt x="235" y="47"/>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7"/>
              <p:cNvSpPr/>
              <p:nvPr/>
            </p:nvSpPr>
            <p:spPr>
              <a:xfrm>
                <a:off x="8388742" y="3353308"/>
                <a:ext cx="1800814" cy="327083"/>
              </a:xfrm>
              <a:custGeom>
                <a:avLst/>
                <a:gdLst/>
                <a:ahLst/>
                <a:cxnLst/>
                <a:rect l="l" t="t" r="r" b="b"/>
                <a:pathLst>
                  <a:path w="39718" h="7214" extrusionOk="0">
                    <a:moveTo>
                      <a:pt x="94" y="1"/>
                    </a:moveTo>
                    <a:lnTo>
                      <a:pt x="47" y="48"/>
                    </a:lnTo>
                    <a:lnTo>
                      <a:pt x="1" y="141"/>
                    </a:lnTo>
                    <a:lnTo>
                      <a:pt x="1" y="188"/>
                    </a:lnTo>
                    <a:lnTo>
                      <a:pt x="1" y="282"/>
                    </a:lnTo>
                    <a:lnTo>
                      <a:pt x="47" y="329"/>
                    </a:lnTo>
                    <a:lnTo>
                      <a:pt x="94" y="376"/>
                    </a:lnTo>
                    <a:lnTo>
                      <a:pt x="141" y="376"/>
                    </a:lnTo>
                    <a:lnTo>
                      <a:pt x="235" y="329"/>
                    </a:lnTo>
                    <a:lnTo>
                      <a:pt x="328" y="282"/>
                    </a:lnTo>
                    <a:lnTo>
                      <a:pt x="9696" y="282"/>
                    </a:lnTo>
                    <a:lnTo>
                      <a:pt x="9743" y="329"/>
                    </a:lnTo>
                    <a:lnTo>
                      <a:pt x="9883" y="469"/>
                    </a:lnTo>
                    <a:lnTo>
                      <a:pt x="13396" y="3982"/>
                    </a:lnTo>
                    <a:lnTo>
                      <a:pt x="15176" y="5762"/>
                    </a:lnTo>
                    <a:lnTo>
                      <a:pt x="16066" y="6652"/>
                    </a:lnTo>
                    <a:lnTo>
                      <a:pt x="16253" y="6886"/>
                    </a:lnTo>
                    <a:lnTo>
                      <a:pt x="16393" y="6980"/>
                    </a:lnTo>
                    <a:lnTo>
                      <a:pt x="16440" y="7026"/>
                    </a:lnTo>
                    <a:lnTo>
                      <a:pt x="16487" y="7073"/>
                    </a:lnTo>
                    <a:lnTo>
                      <a:pt x="16487" y="7120"/>
                    </a:lnTo>
                    <a:lnTo>
                      <a:pt x="39343" y="7120"/>
                    </a:lnTo>
                    <a:lnTo>
                      <a:pt x="39437" y="7167"/>
                    </a:lnTo>
                    <a:lnTo>
                      <a:pt x="39531" y="7214"/>
                    </a:lnTo>
                    <a:lnTo>
                      <a:pt x="39578" y="7167"/>
                    </a:lnTo>
                    <a:lnTo>
                      <a:pt x="39624" y="7167"/>
                    </a:lnTo>
                    <a:lnTo>
                      <a:pt x="39671" y="7073"/>
                    </a:lnTo>
                    <a:lnTo>
                      <a:pt x="39718" y="7026"/>
                    </a:lnTo>
                    <a:lnTo>
                      <a:pt x="39671" y="6933"/>
                    </a:lnTo>
                    <a:lnTo>
                      <a:pt x="39624" y="6886"/>
                    </a:lnTo>
                    <a:lnTo>
                      <a:pt x="39578" y="6839"/>
                    </a:lnTo>
                    <a:lnTo>
                      <a:pt x="39531" y="6839"/>
                    </a:lnTo>
                    <a:lnTo>
                      <a:pt x="39437" y="6886"/>
                    </a:lnTo>
                    <a:lnTo>
                      <a:pt x="39343" y="6933"/>
                    </a:lnTo>
                    <a:lnTo>
                      <a:pt x="16534" y="6933"/>
                    </a:lnTo>
                    <a:lnTo>
                      <a:pt x="16487" y="6839"/>
                    </a:lnTo>
                    <a:lnTo>
                      <a:pt x="16393" y="6745"/>
                    </a:lnTo>
                    <a:lnTo>
                      <a:pt x="16159" y="6511"/>
                    </a:lnTo>
                    <a:lnTo>
                      <a:pt x="15269" y="5668"/>
                    </a:lnTo>
                    <a:lnTo>
                      <a:pt x="13536" y="3888"/>
                    </a:lnTo>
                    <a:lnTo>
                      <a:pt x="9977" y="329"/>
                    </a:lnTo>
                    <a:lnTo>
                      <a:pt x="9836" y="188"/>
                    </a:lnTo>
                    <a:lnTo>
                      <a:pt x="9789" y="141"/>
                    </a:lnTo>
                    <a:lnTo>
                      <a:pt x="9743"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7"/>
              <p:cNvSpPr/>
              <p:nvPr/>
            </p:nvSpPr>
            <p:spPr>
              <a:xfrm>
                <a:off x="8388742" y="3453147"/>
                <a:ext cx="1800814" cy="327037"/>
              </a:xfrm>
              <a:custGeom>
                <a:avLst/>
                <a:gdLst/>
                <a:ahLst/>
                <a:cxnLst/>
                <a:rect l="l" t="t" r="r" b="b"/>
                <a:pathLst>
                  <a:path w="39718" h="7213" extrusionOk="0">
                    <a:moveTo>
                      <a:pt x="94" y="0"/>
                    </a:moveTo>
                    <a:lnTo>
                      <a:pt x="47" y="47"/>
                    </a:lnTo>
                    <a:lnTo>
                      <a:pt x="1" y="94"/>
                    </a:lnTo>
                    <a:lnTo>
                      <a:pt x="1" y="188"/>
                    </a:lnTo>
                    <a:lnTo>
                      <a:pt x="1" y="234"/>
                    </a:lnTo>
                    <a:lnTo>
                      <a:pt x="47" y="328"/>
                    </a:lnTo>
                    <a:lnTo>
                      <a:pt x="94" y="328"/>
                    </a:lnTo>
                    <a:lnTo>
                      <a:pt x="141" y="375"/>
                    </a:lnTo>
                    <a:lnTo>
                      <a:pt x="235" y="328"/>
                    </a:lnTo>
                    <a:lnTo>
                      <a:pt x="328" y="281"/>
                    </a:lnTo>
                    <a:lnTo>
                      <a:pt x="8759" y="281"/>
                    </a:lnTo>
                    <a:lnTo>
                      <a:pt x="8806" y="328"/>
                    </a:lnTo>
                    <a:lnTo>
                      <a:pt x="8946" y="422"/>
                    </a:lnTo>
                    <a:lnTo>
                      <a:pt x="12459" y="3981"/>
                    </a:lnTo>
                    <a:lnTo>
                      <a:pt x="14239" y="5761"/>
                    </a:lnTo>
                    <a:lnTo>
                      <a:pt x="15129" y="6604"/>
                    </a:lnTo>
                    <a:lnTo>
                      <a:pt x="15597" y="7072"/>
                    </a:lnTo>
                    <a:lnTo>
                      <a:pt x="15644" y="7119"/>
                    </a:lnTo>
                    <a:lnTo>
                      <a:pt x="39343" y="7119"/>
                    </a:lnTo>
                    <a:lnTo>
                      <a:pt x="39343" y="7072"/>
                    </a:lnTo>
                    <a:lnTo>
                      <a:pt x="39437" y="7166"/>
                    </a:lnTo>
                    <a:lnTo>
                      <a:pt x="39531" y="7213"/>
                    </a:lnTo>
                    <a:lnTo>
                      <a:pt x="39578" y="7166"/>
                    </a:lnTo>
                    <a:lnTo>
                      <a:pt x="39624" y="7119"/>
                    </a:lnTo>
                    <a:lnTo>
                      <a:pt x="39671" y="7072"/>
                    </a:lnTo>
                    <a:lnTo>
                      <a:pt x="39718" y="7026"/>
                    </a:lnTo>
                    <a:lnTo>
                      <a:pt x="39671" y="6932"/>
                    </a:lnTo>
                    <a:lnTo>
                      <a:pt x="39624" y="6885"/>
                    </a:lnTo>
                    <a:lnTo>
                      <a:pt x="39578" y="6838"/>
                    </a:lnTo>
                    <a:lnTo>
                      <a:pt x="39437" y="6838"/>
                    </a:lnTo>
                    <a:lnTo>
                      <a:pt x="39343" y="6932"/>
                    </a:lnTo>
                    <a:lnTo>
                      <a:pt x="15644" y="6932"/>
                    </a:lnTo>
                    <a:lnTo>
                      <a:pt x="15222" y="6510"/>
                    </a:lnTo>
                    <a:lnTo>
                      <a:pt x="14379" y="5621"/>
                    </a:lnTo>
                    <a:lnTo>
                      <a:pt x="12600" y="3841"/>
                    </a:lnTo>
                    <a:lnTo>
                      <a:pt x="9040" y="328"/>
                    </a:lnTo>
                    <a:lnTo>
                      <a:pt x="8946" y="188"/>
                    </a:lnTo>
                    <a:lnTo>
                      <a:pt x="8900" y="141"/>
                    </a:lnTo>
                    <a:lnTo>
                      <a:pt x="8853"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8388742" y="3552940"/>
                <a:ext cx="1800814" cy="324952"/>
              </a:xfrm>
              <a:custGeom>
                <a:avLst/>
                <a:gdLst/>
                <a:ahLst/>
                <a:cxnLst/>
                <a:rect l="l" t="t" r="r" b="b"/>
                <a:pathLst>
                  <a:path w="39718" h="7167" extrusionOk="0">
                    <a:moveTo>
                      <a:pt x="94" y="1"/>
                    </a:moveTo>
                    <a:lnTo>
                      <a:pt x="47" y="47"/>
                    </a:lnTo>
                    <a:lnTo>
                      <a:pt x="1" y="94"/>
                    </a:lnTo>
                    <a:lnTo>
                      <a:pt x="1" y="188"/>
                    </a:lnTo>
                    <a:lnTo>
                      <a:pt x="1" y="235"/>
                    </a:lnTo>
                    <a:lnTo>
                      <a:pt x="47" y="328"/>
                    </a:lnTo>
                    <a:lnTo>
                      <a:pt x="94" y="328"/>
                    </a:lnTo>
                    <a:lnTo>
                      <a:pt x="141" y="375"/>
                    </a:lnTo>
                    <a:lnTo>
                      <a:pt x="235" y="328"/>
                    </a:lnTo>
                    <a:lnTo>
                      <a:pt x="328" y="282"/>
                    </a:lnTo>
                    <a:lnTo>
                      <a:pt x="7869" y="282"/>
                    </a:lnTo>
                    <a:lnTo>
                      <a:pt x="8010" y="422"/>
                    </a:lnTo>
                    <a:lnTo>
                      <a:pt x="11522" y="3935"/>
                    </a:lnTo>
                    <a:lnTo>
                      <a:pt x="13302" y="5715"/>
                    </a:lnTo>
                    <a:lnTo>
                      <a:pt x="14192" y="6604"/>
                    </a:lnTo>
                    <a:lnTo>
                      <a:pt x="14660" y="7026"/>
                    </a:lnTo>
                    <a:lnTo>
                      <a:pt x="14660" y="7073"/>
                    </a:lnTo>
                    <a:lnTo>
                      <a:pt x="39343" y="7073"/>
                    </a:lnTo>
                    <a:lnTo>
                      <a:pt x="39437" y="7166"/>
                    </a:lnTo>
                    <a:lnTo>
                      <a:pt x="39578" y="7166"/>
                    </a:lnTo>
                    <a:lnTo>
                      <a:pt x="39624" y="7120"/>
                    </a:lnTo>
                    <a:lnTo>
                      <a:pt x="39671" y="7073"/>
                    </a:lnTo>
                    <a:lnTo>
                      <a:pt x="39718" y="7026"/>
                    </a:lnTo>
                    <a:lnTo>
                      <a:pt x="39671" y="6932"/>
                    </a:lnTo>
                    <a:lnTo>
                      <a:pt x="39624" y="6885"/>
                    </a:lnTo>
                    <a:lnTo>
                      <a:pt x="39578" y="6839"/>
                    </a:lnTo>
                    <a:lnTo>
                      <a:pt x="39437" y="6839"/>
                    </a:lnTo>
                    <a:lnTo>
                      <a:pt x="39343" y="6932"/>
                    </a:lnTo>
                    <a:lnTo>
                      <a:pt x="14754" y="6932"/>
                    </a:lnTo>
                    <a:lnTo>
                      <a:pt x="14754" y="6885"/>
                    </a:lnTo>
                    <a:lnTo>
                      <a:pt x="14286" y="6464"/>
                    </a:lnTo>
                    <a:lnTo>
                      <a:pt x="13443" y="5574"/>
                    </a:lnTo>
                    <a:lnTo>
                      <a:pt x="11663" y="3841"/>
                    </a:lnTo>
                    <a:lnTo>
                      <a:pt x="8150" y="282"/>
                    </a:lnTo>
                    <a:lnTo>
                      <a:pt x="8010" y="188"/>
                    </a:lnTo>
                    <a:lnTo>
                      <a:pt x="7963" y="141"/>
                    </a:lnTo>
                    <a:lnTo>
                      <a:pt x="7916" y="94"/>
                    </a:lnTo>
                    <a:lnTo>
                      <a:pt x="328" y="94"/>
                    </a:lnTo>
                    <a:lnTo>
                      <a:pt x="235" y="47"/>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8388742" y="3652733"/>
                <a:ext cx="1800814" cy="324952"/>
              </a:xfrm>
              <a:custGeom>
                <a:avLst/>
                <a:gdLst/>
                <a:ahLst/>
                <a:cxnLst/>
                <a:rect l="l" t="t" r="r" b="b"/>
                <a:pathLst>
                  <a:path w="39718" h="7167" extrusionOk="0">
                    <a:moveTo>
                      <a:pt x="94" y="1"/>
                    </a:moveTo>
                    <a:lnTo>
                      <a:pt x="47" y="48"/>
                    </a:lnTo>
                    <a:lnTo>
                      <a:pt x="1" y="94"/>
                    </a:lnTo>
                    <a:lnTo>
                      <a:pt x="1" y="188"/>
                    </a:lnTo>
                    <a:lnTo>
                      <a:pt x="1" y="235"/>
                    </a:lnTo>
                    <a:lnTo>
                      <a:pt x="47" y="282"/>
                    </a:lnTo>
                    <a:lnTo>
                      <a:pt x="94" y="329"/>
                    </a:lnTo>
                    <a:lnTo>
                      <a:pt x="141" y="376"/>
                    </a:lnTo>
                    <a:lnTo>
                      <a:pt x="235" y="329"/>
                    </a:lnTo>
                    <a:lnTo>
                      <a:pt x="328" y="235"/>
                    </a:lnTo>
                    <a:lnTo>
                      <a:pt x="328" y="282"/>
                    </a:lnTo>
                    <a:lnTo>
                      <a:pt x="6979" y="282"/>
                    </a:lnTo>
                    <a:lnTo>
                      <a:pt x="7073" y="376"/>
                    </a:lnTo>
                    <a:lnTo>
                      <a:pt x="10586" y="3935"/>
                    </a:lnTo>
                    <a:lnTo>
                      <a:pt x="12365" y="5668"/>
                    </a:lnTo>
                    <a:lnTo>
                      <a:pt x="13255" y="6558"/>
                    </a:lnTo>
                    <a:lnTo>
                      <a:pt x="13677" y="7026"/>
                    </a:lnTo>
                    <a:lnTo>
                      <a:pt x="13771" y="7073"/>
                    </a:lnTo>
                    <a:lnTo>
                      <a:pt x="39343" y="7073"/>
                    </a:lnTo>
                    <a:lnTo>
                      <a:pt x="39437" y="7167"/>
                    </a:lnTo>
                    <a:lnTo>
                      <a:pt x="39578" y="7167"/>
                    </a:lnTo>
                    <a:lnTo>
                      <a:pt x="39624" y="7120"/>
                    </a:lnTo>
                    <a:lnTo>
                      <a:pt x="39671" y="7073"/>
                    </a:lnTo>
                    <a:lnTo>
                      <a:pt x="39718" y="7026"/>
                    </a:lnTo>
                    <a:lnTo>
                      <a:pt x="39671" y="6933"/>
                    </a:lnTo>
                    <a:lnTo>
                      <a:pt x="39624" y="6886"/>
                    </a:lnTo>
                    <a:lnTo>
                      <a:pt x="39578" y="6839"/>
                    </a:lnTo>
                    <a:lnTo>
                      <a:pt x="39437" y="6839"/>
                    </a:lnTo>
                    <a:lnTo>
                      <a:pt x="39343" y="6933"/>
                    </a:lnTo>
                    <a:lnTo>
                      <a:pt x="13864" y="6933"/>
                    </a:lnTo>
                    <a:lnTo>
                      <a:pt x="13817" y="6886"/>
                    </a:lnTo>
                    <a:lnTo>
                      <a:pt x="13396" y="6464"/>
                    </a:lnTo>
                    <a:lnTo>
                      <a:pt x="12506" y="5574"/>
                    </a:lnTo>
                    <a:lnTo>
                      <a:pt x="10726" y="3795"/>
                    </a:lnTo>
                    <a:lnTo>
                      <a:pt x="7213" y="282"/>
                    </a:lnTo>
                    <a:lnTo>
                      <a:pt x="7073" y="141"/>
                    </a:lnTo>
                    <a:lnTo>
                      <a:pt x="7026" y="94"/>
                    </a:lnTo>
                    <a:lnTo>
                      <a:pt x="328" y="94"/>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27"/>
            <p:cNvGrpSpPr/>
            <p:nvPr/>
          </p:nvGrpSpPr>
          <p:grpSpPr>
            <a:xfrm>
              <a:off x="8552284" y="3845972"/>
              <a:ext cx="1148870" cy="732694"/>
              <a:chOff x="8552284" y="3845972"/>
              <a:chExt cx="1148870" cy="732694"/>
            </a:xfrm>
          </p:grpSpPr>
          <p:sp>
            <p:nvSpPr>
              <p:cNvPr id="527" name="Google Shape;527;p27"/>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 name="Google Shape;529;p27"/>
            <p:cNvGrpSpPr/>
            <p:nvPr/>
          </p:nvGrpSpPr>
          <p:grpSpPr>
            <a:xfrm>
              <a:off x="5500675" y="4848304"/>
              <a:ext cx="1705283" cy="671077"/>
              <a:chOff x="5500675" y="4848304"/>
              <a:chExt cx="1705283" cy="671077"/>
            </a:xfrm>
          </p:grpSpPr>
          <p:sp>
            <p:nvSpPr>
              <p:cNvPr id="530" name="Google Shape;530;p27"/>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7"/>
            <p:cNvGrpSpPr/>
            <p:nvPr/>
          </p:nvGrpSpPr>
          <p:grpSpPr>
            <a:xfrm>
              <a:off x="8412092" y="4079564"/>
              <a:ext cx="724216" cy="2240431"/>
              <a:chOff x="8412092" y="4079564"/>
              <a:chExt cx="724216" cy="2240431"/>
            </a:xfrm>
          </p:grpSpPr>
          <p:sp>
            <p:nvSpPr>
              <p:cNvPr id="533" name="Google Shape;533;p27"/>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27"/>
            <p:cNvGrpSpPr/>
            <p:nvPr/>
          </p:nvGrpSpPr>
          <p:grpSpPr>
            <a:xfrm>
              <a:off x="8388742" y="-1006360"/>
              <a:ext cx="1346371" cy="3302203"/>
              <a:chOff x="8388742" y="-1006360"/>
              <a:chExt cx="1346371" cy="3302203"/>
            </a:xfrm>
          </p:grpSpPr>
          <p:sp>
            <p:nvSpPr>
              <p:cNvPr id="536" name="Google Shape;536;p27"/>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 name="Google Shape;539;p27"/>
            <p:cNvGrpSpPr/>
            <p:nvPr/>
          </p:nvGrpSpPr>
          <p:grpSpPr>
            <a:xfrm>
              <a:off x="7866335" y="-1031841"/>
              <a:ext cx="286730" cy="1656452"/>
              <a:chOff x="7866335" y="-1031841"/>
              <a:chExt cx="286730" cy="1656452"/>
            </a:xfrm>
          </p:grpSpPr>
          <p:sp>
            <p:nvSpPr>
              <p:cNvPr id="540" name="Google Shape;540;p27"/>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27"/>
            <p:cNvGrpSpPr/>
            <p:nvPr/>
          </p:nvGrpSpPr>
          <p:grpSpPr>
            <a:xfrm>
              <a:off x="8388742" y="-675060"/>
              <a:ext cx="983243" cy="2548289"/>
              <a:chOff x="8388742" y="-675060"/>
              <a:chExt cx="983243" cy="2548289"/>
            </a:xfrm>
          </p:grpSpPr>
          <p:sp>
            <p:nvSpPr>
              <p:cNvPr id="543" name="Google Shape;543;p27"/>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 name="Google Shape;546;p27"/>
            <p:cNvSpPr/>
            <p:nvPr/>
          </p:nvSpPr>
          <p:spPr>
            <a:xfrm>
              <a:off x="8388742" y="-997836"/>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7" name="Google Shape;547;p27"/>
            <p:cNvGrpSpPr/>
            <p:nvPr/>
          </p:nvGrpSpPr>
          <p:grpSpPr>
            <a:xfrm>
              <a:off x="2451729" y="-1074279"/>
              <a:ext cx="2871110" cy="1244447"/>
              <a:chOff x="2451729" y="-1074279"/>
              <a:chExt cx="2871110" cy="1244447"/>
            </a:xfrm>
          </p:grpSpPr>
          <p:sp>
            <p:nvSpPr>
              <p:cNvPr id="548" name="Google Shape;548;p27"/>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 name="Google Shape;552;p27"/>
            <p:cNvSpPr/>
            <p:nvPr/>
          </p:nvSpPr>
          <p:spPr>
            <a:xfrm>
              <a:off x="2997487" y="424933"/>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27"/>
          <p:cNvSpPr txBox="1">
            <a:spLocks noGrp="1"/>
          </p:cNvSpPr>
          <p:nvPr>
            <p:ph type="ctrTitle"/>
          </p:nvPr>
        </p:nvSpPr>
        <p:spPr>
          <a:xfrm>
            <a:off x="571329" y="735930"/>
            <a:ext cx="4881600" cy="2076300"/>
          </a:xfrm>
          <a:prstGeom prst="rect">
            <a:avLst/>
          </a:prstGeom>
        </p:spPr>
        <p:txBody>
          <a:bodyPr spcFirstLastPara="1" wrap="square" lIns="91425" tIns="91425" rIns="91425" bIns="91425" anchor="b" anchorCtr="0">
            <a:noAutofit/>
          </a:bodyPr>
          <a:lstStyle/>
          <a:p>
            <a:pPr lvl="0"/>
            <a:r>
              <a:rPr lang="en-AE" sz="2800" dirty="0"/>
              <a:t>The Superscalar Performance Advantage</a:t>
            </a:r>
            <a:endParaRPr sz="3200" dirty="0"/>
          </a:p>
        </p:txBody>
      </p:sp>
      <p:sp>
        <p:nvSpPr>
          <p:cNvPr id="554" name="Google Shape;554;p27"/>
          <p:cNvSpPr txBox="1">
            <a:spLocks noGrp="1"/>
          </p:cNvSpPr>
          <p:nvPr>
            <p:ph type="subTitle" idx="1"/>
          </p:nvPr>
        </p:nvSpPr>
        <p:spPr>
          <a:xfrm>
            <a:off x="571329" y="3033543"/>
            <a:ext cx="4462297" cy="742007"/>
          </a:xfrm>
          <a:prstGeom prst="rect">
            <a:avLst/>
          </a:prstGeom>
        </p:spPr>
        <p:txBody>
          <a:bodyPr spcFirstLastPara="1" wrap="square" lIns="91425" tIns="91425" rIns="91425" bIns="91425" anchor="t" anchorCtr="0">
            <a:noAutofit/>
          </a:bodyPr>
          <a:lstStyle/>
          <a:p>
            <a:pPr marL="0" lvl="0" indent="0"/>
            <a:r>
              <a:rPr lang="en-US" dirty="0"/>
              <a:t>Superscalar O3CPU architecture yields major performance gains</a:t>
            </a:r>
            <a:endParaRPr dirty="0"/>
          </a:p>
        </p:txBody>
      </p:sp>
      <p:pic>
        <p:nvPicPr>
          <p:cNvPr id="555" name="Google Shape;555;p27"/>
          <p:cNvPicPr preferRelativeResize="0"/>
          <p:nvPr/>
        </p:nvPicPr>
        <p:blipFill>
          <a:blip r:embed="rId3">
            <a:alphaModFix/>
          </a:blip>
          <a:stretch>
            <a:fillRect/>
          </a:stretch>
        </p:blipFill>
        <p:spPr>
          <a:xfrm>
            <a:off x="5992426" y="1335475"/>
            <a:ext cx="2438348" cy="2472550"/>
          </a:xfrm>
          <a:prstGeom prst="rect">
            <a:avLst/>
          </a:prstGeom>
          <a:noFill/>
          <a:ln>
            <a:noFill/>
          </a:ln>
          <a:effectLst>
            <a:outerShdw blurRad="142875" dist="47625" dir="5400000" algn="bl" rotWithShape="0">
              <a:schemeClr val="dk1">
                <a:alpha val="50000"/>
              </a:schemeClr>
            </a:outerShdw>
          </a:effectLst>
        </p:spPr>
      </p:pic>
      <p:grpSp>
        <p:nvGrpSpPr>
          <p:cNvPr id="556" name="Google Shape;556;p27"/>
          <p:cNvGrpSpPr/>
          <p:nvPr/>
        </p:nvGrpSpPr>
        <p:grpSpPr>
          <a:xfrm>
            <a:off x="5085105" y="234494"/>
            <a:ext cx="1873731" cy="3928382"/>
            <a:chOff x="5085105" y="234494"/>
            <a:chExt cx="1873731" cy="3928382"/>
          </a:xfrm>
        </p:grpSpPr>
        <p:pic>
          <p:nvPicPr>
            <p:cNvPr id="557" name="Google Shape;557;p27"/>
            <p:cNvPicPr preferRelativeResize="0"/>
            <p:nvPr/>
          </p:nvPicPr>
          <p:blipFill>
            <a:blip r:embed="rId4">
              <a:alphaModFix/>
            </a:blip>
            <a:stretch>
              <a:fillRect/>
            </a:stretch>
          </p:blipFill>
          <p:spPr>
            <a:xfrm>
              <a:off x="5085105" y="3572982"/>
              <a:ext cx="509725" cy="202569"/>
            </a:xfrm>
            <a:prstGeom prst="rect">
              <a:avLst/>
            </a:prstGeom>
            <a:noFill/>
            <a:ln>
              <a:noFill/>
            </a:ln>
          </p:spPr>
        </p:pic>
        <p:pic>
          <p:nvPicPr>
            <p:cNvPr id="558" name="Google Shape;558;p27"/>
            <p:cNvPicPr preferRelativeResize="0"/>
            <p:nvPr/>
          </p:nvPicPr>
          <p:blipFill>
            <a:blip r:embed="rId4">
              <a:alphaModFix/>
            </a:blip>
            <a:stretch>
              <a:fillRect/>
            </a:stretch>
          </p:blipFill>
          <p:spPr>
            <a:xfrm>
              <a:off x="5085105" y="3960307"/>
              <a:ext cx="509725" cy="202569"/>
            </a:xfrm>
            <a:prstGeom prst="rect">
              <a:avLst/>
            </a:prstGeom>
            <a:noFill/>
            <a:ln>
              <a:noFill/>
            </a:ln>
          </p:spPr>
        </p:pic>
        <p:pic>
          <p:nvPicPr>
            <p:cNvPr id="559" name="Google Shape;559;p27"/>
            <p:cNvPicPr preferRelativeResize="0"/>
            <p:nvPr/>
          </p:nvPicPr>
          <p:blipFill>
            <a:blip r:embed="rId4">
              <a:alphaModFix/>
            </a:blip>
            <a:stretch>
              <a:fillRect/>
            </a:stretch>
          </p:blipFill>
          <p:spPr>
            <a:xfrm>
              <a:off x="6449111" y="234494"/>
              <a:ext cx="509725" cy="202569"/>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AE" dirty="0"/>
              <a:t>Agenda</a:t>
            </a:r>
            <a:endParaRPr dirty="0"/>
          </a:p>
        </p:txBody>
      </p:sp>
      <p:sp>
        <p:nvSpPr>
          <p:cNvPr id="574" name="Google Shape;574;p29"/>
          <p:cNvSpPr txBox="1">
            <a:spLocks noGrp="1"/>
          </p:cNvSpPr>
          <p:nvPr>
            <p:ph type="title" idx="2"/>
          </p:nvPr>
        </p:nvSpPr>
        <p:spPr>
          <a:xfrm>
            <a:off x="1505400" y="132501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1</a:t>
            </a:r>
            <a:endParaRPr dirty="0"/>
          </a:p>
        </p:txBody>
      </p:sp>
      <p:sp>
        <p:nvSpPr>
          <p:cNvPr id="575" name="Google Shape;575;p29"/>
          <p:cNvSpPr txBox="1">
            <a:spLocks noGrp="1"/>
          </p:cNvSpPr>
          <p:nvPr>
            <p:ph type="title" idx="3"/>
          </p:nvPr>
        </p:nvSpPr>
        <p:spPr>
          <a:xfrm>
            <a:off x="4151956" y="3000225"/>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4</a:t>
            </a:r>
            <a:endParaRPr dirty="0"/>
          </a:p>
        </p:txBody>
      </p:sp>
      <p:sp>
        <p:nvSpPr>
          <p:cNvPr id="576" name="Google Shape;576;p29"/>
          <p:cNvSpPr txBox="1">
            <a:spLocks noGrp="1"/>
          </p:cNvSpPr>
          <p:nvPr>
            <p:ph type="title" idx="4"/>
          </p:nvPr>
        </p:nvSpPr>
        <p:spPr>
          <a:xfrm>
            <a:off x="4204675" y="132501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2</a:t>
            </a:r>
            <a:endParaRPr dirty="0"/>
          </a:p>
        </p:txBody>
      </p:sp>
      <p:sp>
        <p:nvSpPr>
          <p:cNvPr id="578" name="Google Shape;578;p29"/>
          <p:cNvSpPr txBox="1">
            <a:spLocks noGrp="1"/>
          </p:cNvSpPr>
          <p:nvPr>
            <p:ph type="title" idx="6"/>
          </p:nvPr>
        </p:nvSpPr>
        <p:spPr>
          <a:xfrm>
            <a:off x="6903950" y="1325010"/>
            <a:ext cx="734700"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3</a:t>
            </a:r>
            <a:endParaRPr dirty="0"/>
          </a:p>
        </p:txBody>
      </p:sp>
      <p:sp>
        <p:nvSpPr>
          <p:cNvPr id="580" name="Google Shape;580;p29"/>
          <p:cNvSpPr txBox="1">
            <a:spLocks noGrp="1"/>
          </p:cNvSpPr>
          <p:nvPr>
            <p:ph type="subTitle" idx="1"/>
          </p:nvPr>
        </p:nvSpPr>
        <p:spPr>
          <a:xfrm>
            <a:off x="720000" y="1844763"/>
            <a:ext cx="2305500" cy="78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AE" dirty="0"/>
              <a:t>Introduction</a:t>
            </a:r>
            <a:endParaRPr dirty="0"/>
          </a:p>
        </p:txBody>
      </p:sp>
      <p:sp>
        <p:nvSpPr>
          <p:cNvPr id="581" name="Google Shape;581;p29"/>
          <p:cNvSpPr txBox="1">
            <a:spLocks noGrp="1"/>
          </p:cNvSpPr>
          <p:nvPr>
            <p:ph type="subTitle" idx="8"/>
          </p:nvPr>
        </p:nvSpPr>
        <p:spPr>
          <a:xfrm>
            <a:off x="3419275" y="1844763"/>
            <a:ext cx="2305500" cy="78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AE" dirty="0"/>
              <a:t>Environment Setup</a:t>
            </a:r>
            <a:endParaRPr dirty="0"/>
          </a:p>
        </p:txBody>
      </p:sp>
      <p:sp>
        <p:nvSpPr>
          <p:cNvPr id="582" name="Google Shape;582;p29"/>
          <p:cNvSpPr txBox="1">
            <a:spLocks noGrp="1"/>
          </p:cNvSpPr>
          <p:nvPr>
            <p:ph type="subTitle" idx="9"/>
          </p:nvPr>
        </p:nvSpPr>
        <p:spPr>
          <a:xfrm>
            <a:off x="6118550" y="1844763"/>
            <a:ext cx="2305500" cy="78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AE" dirty="0"/>
              <a:t>Outputs Analysis</a:t>
            </a:r>
            <a:endParaRPr dirty="0"/>
          </a:p>
        </p:txBody>
      </p:sp>
      <p:sp>
        <p:nvSpPr>
          <p:cNvPr id="583" name="Google Shape;583;p29"/>
          <p:cNvSpPr txBox="1">
            <a:spLocks noGrp="1"/>
          </p:cNvSpPr>
          <p:nvPr>
            <p:ph type="subTitle" idx="13"/>
          </p:nvPr>
        </p:nvSpPr>
        <p:spPr>
          <a:xfrm>
            <a:off x="3366556" y="3545337"/>
            <a:ext cx="2305500" cy="78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AE" dirty="0"/>
              <a:t>Conclusion</a:t>
            </a:r>
            <a:endParaRPr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grpSp>
        <p:nvGrpSpPr>
          <p:cNvPr id="597" name="Google Shape;597;p31"/>
          <p:cNvGrpSpPr/>
          <p:nvPr/>
        </p:nvGrpSpPr>
        <p:grpSpPr>
          <a:xfrm>
            <a:off x="-1001823" y="-1502567"/>
            <a:ext cx="8512454" cy="7719180"/>
            <a:chOff x="-1001823" y="-1502567"/>
            <a:chExt cx="8512454" cy="7719180"/>
          </a:xfrm>
        </p:grpSpPr>
        <p:grpSp>
          <p:nvGrpSpPr>
            <p:cNvPr id="598" name="Google Shape;598;p31"/>
            <p:cNvGrpSpPr/>
            <p:nvPr/>
          </p:nvGrpSpPr>
          <p:grpSpPr>
            <a:xfrm rot="5400000">
              <a:off x="921711" y="811029"/>
              <a:ext cx="496972" cy="2501635"/>
              <a:chOff x="7450114" y="-1031841"/>
              <a:chExt cx="496972" cy="2501635"/>
            </a:xfrm>
          </p:grpSpPr>
          <p:sp>
            <p:nvSpPr>
              <p:cNvPr id="599" name="Google Shape;599;p31"/>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p:cNvGrpSpPr/>
            <p:nvPr/>
          </p:nvGrpSpPr>
          <p:grpSpPr>
            <a:xfrm rot="10800000" flipH="1">
              <a:off x="-1001823" y="225975"/>
              <a:ext cx="3193886" cy="1373983"/>
              <a:chOff x="3986591" y="3584814"/>
              <a:chExt cx="3193886" cy="1373983"/>
            </a:xfrm>
          </p:grpSpPr>
          <p:sp>
            <p:nvSpPr>
              <p:cNvPr id="603" name="Google Shape;603;p31"/>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p:cNvGrpSpPr/>
            <p:nvPr/>
          </p:nvGrpSpPr>
          <p:grpSpPr>
            <a:xfrm rot="10800000" flipH="1">
              <a:off x="2340687" y="-1502567"/>
              <a:ext cx="600982" cy="3102526"/>
              <a:chOff x="7329101" y="3584814"/>
              <a:chExt cx="600982" cy="3102526"/>
            </a:xfrm>
          </p:grpSpPr>
          <p:sp>
            <p:nvSpPr>
              <p:cNvPr id="609" name="Google Shape;609;p31"/>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p:cNvGrpSpPr/>
            <p:nvPr/>
          </p:nvGrpSpPr>
          <p:grpSpPr>
            <a:xfrm rot="10800000">
              <a:off x="-138012" y="2451489"/>
              <a:ext cx="1471691" cy="263380"/>
              <a:chOff x="8388742" y="2469903"/>
              <a:chExt cx="1471691" cy="263380"/>
            </a:xfrm>
          </p:grpSpPr>
          <p:sp>
            <p:nvSpPr>
              <p:cNvPr id="617" name="Google Shape;617;p31"/>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p:cNvGrpSpPr/>
            <p:nvPr/>
          </p:nvGrpSpPr>
          <p:grpSpPr>
            <a:xfrm rot="10800000">
              <a:off x="2039982" y="3495704"/>
              <a:ext cx="1238054" cy="1191399"/>
              <a:chOff x="6316160" y="278394"/>
              <a:chExt cx="1238054" cy="1191399"/>
            </a:xfrm>
          </p:grpSpPr>
          <p:sp>
            <p:nvSpPr>
              <p:cNvPr id="623" name="Google Shape;623;p31"/>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p:cNvGrpSpPr/>
            <p:nvPr/>
          </p:nvGrpSpPr>
          <p:grpSpPr>
            <a:xfrm rot="10800000" flipH="1">
              <a:off x="810213" y="1047808"/>
              <a:ext cx="719954" cy="456619"/>
              <a:chOff x="5647214" y="3680345"/>
              <a:chExt cx="719954" cy="456619"/>
            </a:xfrm>
          </p:grpSpPr>
          <p:sp>
            <p:nvSpPr>
              <p:cNvPr id="633" name="Google Shape;633;p31"/>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p:cNvGrpSpPr/>
            <p:nvPr/>
          </p:nvGrpSpPr>
          <p:grpSpPr>
            <a:xfrm rot="10800000" flipH="1">
              <a:off x="810213" y="1417329"/>
              <a:ext cx="719954" cy="456574"/>
              <a:chOff x="5647214" y="3310870"/>
              <a:chExt cx="719954" cy="456574"/>
            </a:xfrm>
          </p:grpSpPr>
          <p:sp>
            <p:nvSpPr>
              <p:cNvPr id="637" name="Google Shape;637;p31"/>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p:cNvGrpSpPr/>
            <p:nvPr/>
          </p:nvGrpSpPr>
          <p:grpSpPr>
            <a:xfrm rot="10800000">
              <a:off x="1072430" y="3714979"/>
              <a:ext cx="496972" cy="2501635"/>
              <a:chOff x="8153020" y="-1031841"/>
              <a:chExt cx="496972" cy="2501635"/>
            </a:xfrm>
          </p:grpSpPr>
          <p:sp>
            <p:nvSpPr>
              <p:cNvPr id="641" name="Google Shape;641;p31"/>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p:cNvGrpSpPr/>
            <p:nvPr/>
          </p:nvGrpSpPr>
          <p:grpSpPr>
            <a:xfrm rot="10800000">
              <a:off x="1775336" y="3714979"/>
              <a:ext cx="496972" cy="2501635"/>
              <a:chOff x="7450114" y="-1031841"/>
              <a:chExt cx="496972" cy="2501635"/>
            </a:xfrm>
          </p:grpSpPr>
          <p:sp>
            <p:nvSpPr>
              <p:cNvPr id="645" name="Google Shape;645;p31"/>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rot="10800000" flipH="1">
              <a:off x="512261" y="-334608"/>
              <a:ext cx="1705283" cy="671077"/>
              <a:chOff x="5500675" y="4848304"/>
              <a:chExt cx="1705283" cy="671077"/>
            </a:xfrm>
          </p:grpSpPr>
          <p:sp>
            <p:nvSpPr>
              <p:cNvPr id="649" name="Google Shape;649;p31"/>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p:cNvGrpSpPr/>
            <p:nvPr/>
          </p:nvGrpSpPr>
          <p:grpSpPr>
            <a:xfrm rot="10800000" flipH="1">
              <a:off x="3563870" y="606106"/>
              <a:ext cx="1148870" cy="732694"/>
              <a:chOff x="8552284" y="3845972"/>
              <a:chExt cx="1148870" cy="732694"/>
            </a:xfrm>
          </p:grpSpPr>
          <p:sp>
            <p:nvSpPr>
              <p:cNvPr id="652" name="Google Shape;652;p31"/>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p:cNvGrpSpPr/>
            <p:nvPr/>
          </p:nvGrpSpPr>
          <p:grpSpPr>
            <a:xfrm rot="10800000" flipH="1">
              <a:off x="3423679" y="-1135222"/>
              <a:ext cx="724216" cy="2240431"/>
              <a:chOff x="8412092" y="4079564"/>
              <a:chExt cx="724216" cy="2240431"/>
            </a:xfrm>
          </p:grpSpPr>
          <p:sp>
            <p:nvSpPr>
              <p:cNvPr id="655" name="Google Shape;655;p31"/>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p:cNvGrpSpPr/>
            <p:nvPr/>
          </p:nvGrpSpPr>
          <p:grpSpPr>
            <a:xfrm rot="10800000">
              <a:off x="-12692" y="2888930"/>
              <a:ext cx="1346371" cy="3302203"/>
              <a:chOff x="8388742" y="-1006360"/>
              <a:chExt cx="1346371" cy="3302203"/>
            </a:xfrm>
          </p:grpSpPr>
          <p:sp>
            <p:nvSpPr>
              <p:cNvPr id="658" name="Google Shape;658;p31"/>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p:cNvGrpSpPr/>
            <p:nvPr/>
          </p:nvGrpSpPr>
          <p:grpSpPr>
            <a:xfrm rot="10800000">
              <a:off x="1569356" y="4560162"/>
              <a:ext cx="286730" cy="1656452"/>
              <a:chOff x="7866335" y="-1031841"/>
              <a:chExt cx="286730" cy="1656452"/>
            </a:xfrm>
          </p:grpSpPr>
          <p:sp>
            <p:nvSpPr>
              <p:cNvPr id="662" name="Google Shape;662;p31"/>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p:cNvGrpSpPr/>
            <p:nvPr/>
          </p:nvGrpSpPr>
          <p:grpSpPr>
            <a:xfrm rot="10800000">
              <a:off x="350436" y="3311544"/>
              <a:ext cx="983243" cy="2548289"/>
              <a:chOff x="8388742" y="-675060"/>
              <a:chExt cx="983243" cy="2548289"/>
            </a:xfrm>
          </p:grpSpPr>
          <p:sp>
            <p:nvSpPr>
              <p:cNvPr id="665" name="Google Shape;665;p31"/>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p:cNvGrpSpPr/>
          <p:nvPr/>
        </p:nvGrpSpPr>
        <p:grpSpPr>
          <a:xfrm rot="10800000">
            <a:off x="4399582" y="5014605"/>
            <a:ext cx="2871110" cy="1244447"/>
            <a:chOff x="2451729" y="-1074279"/>
            <a:chExt cx="2871110" cy="1244447"/>
          </a:xfrm>
        </p:grpSpPr>
        <p:sp>
          <p:nvSpPr>
            <p:cNvPr id="670" name="Google Shape;670;p31"/>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p:cNvSpPr txBox="1">
            <a:spLocks noGrp="1"/>
          </p:cNvSpPr>
          <p:nvPr>
            <p:ph type="title"/>
          </p:nvPr>
        </p:nvSpPr>
        <p:spPr>
          <a:xfrm>
            <a:off x="4479074" y="2204163"/>
            <a:ext cx="3988107" cy="1641600"/>
          </a:xfrm>
          <a:prstGeom prst="rect">
            <a:avLst/>
          </a:prstGeom>
        </p:spPr>
        <p:txBody>
          <a:bodyPr spcFirstLastPara="1" wrap="square" lIns="91425" tIns="91425" rIns="91425" bIns="91425" anchor="b" anchorCtr="0">
            <a:noAutofit/>
          </a:bodyPr>
          <a:lstStyle/>
          <a:p>
            <a:pPr lvl="0"/>
            <a:r>
              <a:rPr lang="en-AE" dirty="0"/>
              <a:t>Introduction</a:t>
            </a:r>
            <a:endParaRPr dirty="0"/>
          </a:p>
        </p:txBody>
      </p:sp>
      <p:sp>
        <p:nvSpPr>
          <p:cNvPr id="676" name="Google Shape;676;p31"/>
          <p:cNvSpPr txBox="1">
            <a:spLocks noGrp="1"/>
          </p:cNvSpPr>
          <p:nvPr>
            <p:ph type="title" idx="2"/>
          </p:nvPr>
        </p:nvSpPr>
        <p:spPr>
          <a:xfrm>
            <a:off x="4479075" y="1297738"/>
            <a:ext cx="1174800" cy="109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1</a:t>
            </a:r>
            <a:endParaRPr dirty="0"/>
          </a:p>
        </p:txBody>
      </p:sp>
      <p:pic>
        <p:nvPicPr>
          <p:cNvPr id="677" name="Google Shape;677;p31"/>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p:cNvGrpSpPr/>
          <p:nvPr/>
        </p:nvGrpSpPr>
        <p:grpSpPr>
          <a:xfrm>
            <a:off x="260634" y="1047794"/>
            <a:ext cx="3017395" cy="3902494"/>
            <a:chOff x="260634" y="1047794"/>
            <a:chExt cx="3017395" cy="3902494"/>
          </a:xfrm>
        </p:grpSpPr>
        <p:pic>
          <p:nvPicPr>
            <p:cNvPr id="679" name="Google Shape;679;p31"/>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p:cNvPicPr preferRelativeResize="0"/>
            <p:nvPr/>
          </p:nvPicPr>
          <p:blipFill>
            <a:blip r:embed="rId4">
              <a:alphaModFix/>
            </a:blip>
            <a:stretch>
              <a:fillRect/>
            </a:stretch>
          </p:blipFill>
          <p:spPr>
            <a:xfrm>
              <a:off x="260640" y="1047794"/>
              <a:ext cx="509725" cy="202569"/>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30"/>
          <p:cNvSpPr txBox="1">
            <a:spLocks noGrp="1"/>
          </p:cNvSpPr>
          <p:nvPr>
            <p:ph type="title"/>
          </p:nvPr>
        </p:nvSpPr>
        <p:spPr>
          <a:xfrm>
            <a:off x="594360" y="1387200"/>
            <a:ext cx="4511040" cy="572700"/>
          </a:xfrm>
          <a:prstGeom prst="rect">
            <a:avLst/>
          </a:prstGeom>
        </p:spPr>
        <p:txBody>
          <a:bodyPr spcFirstLastPara="1" wrap="square" lIns="91425" tIns="91425" rIns="91425" bIns="91425" anchor="t" anchorCtr="0">
            <a:noAutofit/>
          </a:bodyPr>
          <a:lstStyle/>
          <a:p>
            <a:pPr lvl="0" algn="ctr"/>
            <a:r>
              <a:rPr lang="en-US" sz="1800" dirty="0"/>
              <a:t>Why did we use gem5 in our project?</a:t>
            </a:r>
            <a:endParaRPr lang="en-AE" sz="1800" dirty="0"/>
          </a:p>
        </p:txBody>
      </p:sp>
      <p:sp>
        <p:nvSpPr>
          <p:cNvPr id="591" name="Google Shape;591;p30"/>
          <p:cNvSpPr txBox="1">
            <a:spLocks noGrp="1"/>
          </p:cNvSpPr>
          <p:nvPr>
            <p:ph type="subTitle" idx="1"/>
          </p:nvPr>
        </p:nvSpPr>
        <p:spPr>
          <a:xfrm>
            <a:off x="1044963" y="2039400"/>
            <a:ext cx="3829500" cy="1716900"/>
          </a:xfrm>
          <a:prstGeom prst="rect">
            <a:avLst/>
          </a:prstGeom>
        </p:spPr>
        <p:txBody>
          <a:bodyPr spcFirstLastPara="1" wrap="square" lIns="91425" tIns="91425" rIns="91425" bIns="91425" anchor="t" anchorCtr="0">
            <a:noAutofit/>
          </a:bodyPr>
          <a:lstStyle/>
          <a:p>
            <a:pPr marL="171450" lvl="0" indent="-171450">
              <a:buSzPts val="1100"/>
              <a:buFont typeface="Wingdings" panose="05000000000000000000" pitchFamily="2" charset="2"/>
              <a:buChar char="q"/>
            </a:pPr>
            <a:r>
              <a:rPr lang="en-US" dirty="0"/>
              <a:t>The main goal of this project is to study the effect of CPU type on system performance.</a:t>
            </a:r>
          </a:p>
          <a:p>
            <a:pPr marL="171450" lvl="0" indent="-171450">
              <a:buSzPts val="1100"/>
              <a:buFont typeface="Wingdings" panose="05000000000000000000" pitchFamily="2" charset="2"/>
              <a:buChar char="q"/>
            </a:pPr>
            <a:endParaRPr lang="en-US" dirty="0"/>
          </a:p>
          <a:p>
            <a:pPr marL="171450" lvl="0" indent="-171450">
              <a:buSzPts val="1100"/>
              <a:buFont typeface="Wingdings" panose="05000000000000000000" pitchFamily="2" charset="2"/>
              <a:buChar char="q"/>
            </a:pPr>
            <a:endParaRPr lang="en-US" dirty="0"/>
          </a:p>
          <a:p>
            <a:pPr marL="171450" lvl="0" indent="-171450">
              <a:buSzPts val="1100"/>
              <a:buFont typeface="Wingdings" panose="05000000000000000000" pitchFamily="2" charset="2"/>
              <a:buChar char="q"/>
            </a:pPr>
            <a:endParaRPr lang="en-US" dirty="0"/>
          </a:p>
          <a:p>
            <a:pPr marL="171450" indent="-171450">
              <a:buSzPts val="1100"/>
              <a:buFont typeface="Wingdings" panose="05000000000000000000" pitchFamily="2" charset="2"/>
              <a:buChar char="q"/>
            </a:pPr>
            <a:r>
              <a:rPr lang="en-US" dirty="0"/>
              <a:t>We used the gem5 simulator to simulate different processors without the need for real hardware.</a:t>
            </a:r>
          </a:p>
          <a:p>
            <a:pPr marL="0" lvl="0" indent="0">
              <a:buSzPts val="1100"/>
              <a:buNone/>
            </a:pPr>
            <a:endParaRPr lang="en-US" dirty="0"/>
          </a:p>
        </p:txBody>
      </p:sp>
      <p:pic>
        <p:nvPicPr>
          <p:cNvPr id="592" name="Google Shape;592;p30"/>
          <p:cNvPicPr preferRelativeResize="0">
            <a:picLocks noGrp="1"/>
          </p:cNvPicPr>
          <p:nvPr>
            <p:ph type="pic" idx="2"/>
          </p:nvPr>
        </p:nvPicPr>
        <p:blipFill rotWithShape="1">
          <a:blip r:embed="rId3">
            <a:alphaModFix/>
          </a:blip>
          <a:srcRect l="7081" r="7081"/>
          <a:stretch/>
        </p:blipFill>
        <p:spPr>
          <a:xfrm>
            <a:off x="5369475" y="1041100"/>
            <a:ext cx="3061299" cy="3061298"/>
          </a:xfrm>
          <a:prstGeom prst="rect">
            <a:avLst/>
          </a:prstGeom>
          <a:effectLst>
            <a:outerShdw blurRad="142875" dist="47625" dir="5400000" algn="bl" rotWithShape="0">
              <a:schemeClr val="dk1">
                <a:alpha val="50000"/>
              </a:schemeClr>
            </a:outerShdw>
          </a:effectLst>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32"/>
          <p:cNvSpPr txBox="1">
            <a:spLocks noGrp="1"/>
          </p:cNvSpPr>
          <p:nvPr>
            <p:ph type="subTitle" idx="4"/>
          </p:nvPr>
        </p:nvSpPr>
        <p:spPr>
          <a:xfrm>
            <a:off x="5075650" y="1831723"/>
            <a:ext cx="2505600" cy="444000"/>
          </a:xfrm>
          <a:prstGeom prst="rect">
            <a:avLst/>
          </a:prstGeom>
        </p:spPr>
        <p:txBody>
          <a:bodyPr spcFirstLastPara="1" wrap="square" lIns="91425" tIns="91425" rIns="91425" bIns="91425" anchor="b" anchorCtr="0">
            <a:noAutofit/>
          </a:bodyPr>
          <a:lstStyle/>
          <a:p>
            <a:pPr marL="0" lvl="0" indent="0"/>
            <a:r>
              <a:rPr lang="en" dirty="0"/>
              <a:t>In-Order CPU</a:t>
            </a:r>
            <a:endParaRPr dirty="0"/>
          </a:p>
        </p:txBody>
      </p:sp>
      <p:sp>
        <p:nvSpPr>
          <p:cNvPr id="687" name="Google Shape;687;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Performance comparison between:</a:t>
            </a:r>
            <a:endParaRPr dirty="0"/>
          </a:p>
        </p:txBody>
      </p:sp>
      <p:sp>
        <p:nvSpPr>
          <p:cNvPr id="688" name="Google Shape;688;p32"/>
          <p:cNvSpPr txBox="1">
            <a:spLocks noGrp="1"/>
          </p:cNvSpPr>
          <p:nvPr>
            <p:ph type="subTitle" idx="1"/>
          </p:nvPr>
        </p:nvSpPr>
        <p:spPr>
          <a:xfrm>
            <a:off x="5075649" y="2188500"/>
            <a:ext cx="2505600" cy="1598700"/>
          </a:xfrm>
          <a:prstGeom prst="rect">
            <a:avLst/>
          </a:prstGeom>
        </p:spPr>
        <p:txBody>
          <a:bodyPr spcFirstLastPara="1" wrap="square" lIns="91425" tIns="91425" rIns="91425" bIns="91425" anchor="t" anchorCtr="0">
            <a:noAutofit/>
          </a:bodyPr>
          <a:lstStyle/>
          <a:p>
            <a:pPr>
              <a:buFont typeface="Wingdings" panose="05000000000000000000" pitchFamily="2" charset="2"/>
              <a:buChar char="q"/>
            </a:pPr>
            <a:r>
              <a:rPr lang="en-US" dirty="0"/>
              <a:t>X86 Minor CPU is a simple, in-order CPU model in gem5.</a:t>
            </a:r>
          </a:p>
          <a:p>
            <a:pPr>
              <a:buFont typeface="Wingdings" panose="05000000000000000000" pitchFamily="2" charset="2"/>
              <a:buChar char="q"/>
            </a:pPr>
            <a:endParaRPr lang="en-US" dirty="0"/>
          </a:p>
          <a:p>
            <a:pPr>
              <a:buFont typeface="Wingdings" panose="05000000000000000000" pitchFamily="2" charset="2"/>
              <a:buChar char="q"/>
            </a:pPr>
            <a:r>
              <a:rPr lang="en-US" dirty="0"/>
              <a:t>It provides fast simulation with a lightweight pipeline design.</a:t>
            </a:r>
          </a:p>
          <a:p>
            <a:pPr>
              <a:buFont typeface="Wingdings" panose="05000000000000000000" pitchFamily="2" charset="2"/>
              <a:buChar char="q"/>
            </a:pPr>
            <a:endParaRPr lang="en-US" dirty="0"/>
          </a:p>
        </p:txBody>
      </p:sp>
      <p:sp>
        <p:nvSpPr>
          <p:cNvPr id="689" name="Google Shape;689;p32"/>
          <p:cNvSpPr txBox="1">
            <a:spLocks noGrp="1"/>
          </p:cNvSpPr>
          <p:nvPr>
            <p:ph type="subTitle" idx="2"/>
          </p:nvPr>
        </p:nvSpPr>
        <p:spPr>
          <a:xfrm>
            <a:off x="1562750" y="2188500"/>
            <a:ext cx="3009249" cy="1598700"/>
          </a:xfrm>
          <a:prstGeom prst="rect">
            <a:avLst/>
          </a:prstGeom>
        </p:spPr>
        <p:txBody>
          <a:bodyPr spcFirstLastPara="1" wrap="square" lIns="91425" tIns="91425" rIns="91425" bIns="91425" anchor="t" anchorCtr="0">
            <a:noAutofit/>
          </a:bodyPr>
          <a:lstStyle/>
          <a:p>
            <a:pPr>
              <a:buFont typeface="Wingdings" panose="05000000000000000000" pitchFamily="2" charset="2"/>
              <a:buChar char="q"/>
            </a:pPr>
            <a:r>
              <a:rPr lang="en-US" dirty="0"/>
              <a:t>O3CPU is a detailed out-of-order CPU model in gem5.</a:t>
            </a:r>
          </a:p>
          <a:p>
            <a:pPr>
              <a:buFont typeface="Wingdings" panose="05000000000000000000" pitchFamily="2" charset="2"/>
              <a:buChar char="q"/>
            </a:pPr>
            <a:endParaRPr lang="en-US" dirty="0"/>
          </a:p>
          <a:p>
            <a:pPr marL="152400" indent="0"/>
            <a:endParaRPr lang="en-US" dirty="0"/>
          </a:p>
          <a:p>
            <a:pPr>
              <a:buFont typeface="Wingdings" panose="05000000000000000000" pitchFamily="2" charset="2"/>
              <a:buChar char="q"/>
            </a:pPr>
            <a:r>
              <a:rPr lang="en-US" dirty="0"/>
              <a:t>It simulates realistic pipeline behavior for accurate performance analysis.</a:t>
            </a:r>
          </a:p>
          <a:p>
            <a:pPr>
              <a:buFont typeface="Wingdings" panose="05000000000000000000" pitchFamily="2" charset="2"/>
              <a:buChar char="q"/>
            </a:pPr>
            <a:endParaRPr lang="en-US" dirty="0"/>
          </a:p>
        </p:txBody>
      </p:sp>
      <p:sp>
        <p:nvSpPr>
          <p:cNvPr id="690" name="Google Shape;690;p32"/>
          <p:cNvSpPr txBox="1">
            <a:spLocks noGrp="1"/>
          </p:cNvSpPr>
          <p:nvPr>
            <p:ph type="subTitle" idx="3"/>
          </p:nvPr>
        </p:nvSpPr>
        <p:spPr>
          <a:xfrm>
            <a:off x="1867774" y="1831723"/>
            <a:ext cx="2704225" cy="444000"/>
          </a:xfrm>
          <a:prstGeom prst="rect">
            <a:avLst/>
          </a:prstGeom>
        </p:spPr>
        <p:txBody>
          <a:bodyPr spcFirstLastPara="1" wrap="square" lIns="91425" tIns="91425" rIns="91425" bIns="91425" anchor="b" anchorCtr="0">
            <a:noAutofit/>
          </a:bodyPr>
          <a:lstStyle/>
          <a:p>
            <a:pPr marL="0" lvl="0" indent="0"/>
            <a:r>
              <a:rPr lang="en" dirty="0"/>
              <a:t>O3 CPU (Out-of-Order)</a:t>
            </a:r>
            <a:endParaRPr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5">
          <a:extLst>
            <a:ext uri="{FF2B5EF4-FFF2-40B4-BE49-F238E27FC236}">
              <a16:creationId xmlns:a16="http://schemas.microsoft.com/office/drawing/2014/main" id="{9E2386F0-BD18-F505-30ED-D6F77B956289}"/>
            </a:ext>
          </a:extLst>
        </p:cNvPr>
        <p:cNvGrpSpPr/>
        <p:nvPr/>
      </p:nvGrpSpPr>
      <p:grpSpPr>
        <a:xfrm>
          <a:off x="0" y="0"/>
          <a:ext cx="0" cy="0"/>
          <a:chOff x="0" y="0"/>
          <a:chExt cx="0" cy="0"/>
        </a:xfrm>
      </p:grpSpPr>
      <p:sp>
        <p:nvSpPr>
          <p:cNvPr id="687" name="Google Shape;687;p32">
            <a:extLst>
              <a:ext uri="{FF2B5EF4-FFF2-40B4-BE49-F238E27FC236}">
                <a16:creationId xmlns:a16="http://schemas.microsoft.com/office/drawing/2014/main" id="{E76719AE-D0F8-6F9F-D4F5-C7CC1875832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Performance comparison between:</a:t>
            </a:r>
            <a:endParaRPr dirty="0"/>
          </a:p>
        </p:txBody>
      </p:sp>
      <p:pic>
        <p:nvPicPr>
          <p:cNvPr id="5" name="Picture 4" descr="A diagram of a computer hardware system&#10;&#10;AI-generated content may be incorrect.">
            <a:extLst>
              <a:ext uri="{FF2B5EF4-FFF2-40B4-BE49-F238E27FC236}">
                <a16:creationId xmlns:a16="http://schemas.microsoft.com/office/drawing/2014/main" id="{FC7B6946-782D-5831-1DE4-27E762585559}"/>
              </a:ext>
            </a:extLst>
          </p:cNvPr>
          <p:cNvPicPr>
            <a:picLocks noChangeAspect="1"/>
          </p:cNvPicPr>
          <p:nvPr/>
        </p:nvPicPr>
        <p:blipFill>
          <a:blip r:embed="rId3"/>
          <a:stretch>
            <a:fillRect/>
          </a:stretch>
        </p:blipFill>
        <p:spPr>
          <a:xfrm>
            <a:off x="667101" y="1664906"/>
            <a:ext cx="3115796" cy="27809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4" name="Picture 13" descr="A computer screen shot of a diagram&#10;&#10;AI-generated content may be incorrect.">
            <a:extLst>
              <a:ext uri="{FF2B5EF4-FFF2-40B4-BE49-F238E27FC236}">
                <a16:creationId xmlns:a16="http://schemas.microsoft.com/office/drawing/2014/main" id="{B8498894-5984-05D3-011D-BD3DD1AD9770}"/>
              </a:ext>
            </a:extLst>
          </p:cNvPr>
          <p:cNvPicPr>
            <a:picLocks noChangeAspect="1"/>
          </p:cNvPicPr>
          <p:nvPr/>
        </p:nvPicPr>
        <p:blipFill>
          <a:blip r:embed="rId4"/>
          <a:stretch>
            <a:fillRect/>
          </a:stretch>
        </p:blipFill>
        <p:spPr>
          <a:xfrm>
            <a:off x="4453397" y="1836357"/>
            <a:ext cx="4083959" cy="22534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Google Shape;687;p32">
            <a:extLst>
              <a:ext uri="{FF2B5EF4-FFF2-40B4-BE49-F238E27FC236}">
                <a16:creationId xmlns:a16="http://schemas.microsoft.com/office/drawing/2014/main" id="{F2C0AB38-1ACD-FA63-FA9A-9964933450CA}"/>
              </a:ext>
            </a:extLst>
          </p:cNvPr>
          <p:cNvSpPr txBox="1">
            <a:spLocks/>
          </p:cNvSpPr>
          <p:nvPr/>
        </p:nvSpPr>
        <p:spPr>
          <a:xfrm>
            <a:off x="856027" y="1263657"/>
            <a:ext cx="244639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xanium SemiBold"/>
              <a:buNone/>
              <a:defRPr sz="3000" b="0" i="0" u="none" strike="noStrike" cap="none">
                <a:solidFill>
                  <a:schemeClr val="dk1"/>
                </a:solidFill>
                <a:latin typeface="Oxanium SemiBold"/>
                <a:ea typeface="Oxanium SemiBold"/>
                <a:cs typeface="Oxanium SemiBold"/>
                <a:sym typeface="Oxanium SemiBold"/>
              </a:defRPr>
            </a:lvl1pPr>
            <a:lvl2pPr marR="0" lvl="1"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2pPr>
            <a:lvl3pPr marR="0" lvl="2"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3pPr>
            <a:lvl4pPr marR="0" lvl="3"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4pPr>
            <a:lvl5pPr marR="0" lvl="4"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5pPr>
            <a:lvl6pPr marR="0" lvl="5"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6pPr>
            <a:lvl7pPr marR="0" lvl="6"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7pPr>
            <a:lvl8pPr marR="0" lvl="7"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8pPr>
            <a:lvl9pPr marR="0" lvl="8"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9pPr>
          </a:lstStyle>
          <a:p>
            <a:r>
              <a:rPr lang="en-AE" sz="1800" dirty="0"/>
              <a:t>O3CPU</a:t>
            </a:r>
            <a:endParaRPr lang="en" sz="1800" dirty="0"/>
          </a:p>
        </p:txBody>
      </p:sp>
      <p:sp>
        <p:nvSpPr>
          <p:cNvPr id="3" name="Google Shape;687;p32">
            <a:extLst>
              <a:ext uri="{FF2B5EF4-FFF2-40B4-BE49-F238E27FC236}">
                <a16:creationId xmlns:a16="http://schemas.microsoft.com/office/drawing/2014/main" id="{127CE75D-CF45-2229-7607-080236B8C110}"/>
              </a:ext>
            </a:extLst>
          </p:cNvPr>
          <p:cNvSpPr txBox="1">
            <a:spLocks/>
          </p:cNvSpPr>
          <p:nvPr/>
        </p:nvSpPr>
        <p:spPr>
          <a:xfrm>
            <a:off x="5217690" y="1378556"/>
            <a:ext cx="244639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xanium SemiBold"/>
              <a:buNone/>
              <a:defRPr sz="3000" b="0" i="0" u="none" strike="noStrike" cap="none">
                <a:solidFill>
                  <a:schemeClr val="dk1"/>
                </a:solidFill>
                <a:latin typeface="Oxanium SemiBold"/>
                <a:ea typeface="Oxanium SemiBold"/>
                <a:cs typeface="Oxanium SemiBold"/>
                <a:sym typeface="Oxanium SemiBold"/>
              </a:defRPr>
            </a:lvl1pPr>
            <a:lvl2pPr marR="0" lvl="1"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2pPr>
            <a:lvl3pPr marR="0" lvl="2"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3pPr>
            <a:lvl4pPr marR="0" lvl="3"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4pPr>
            <a:lvl5pPr marR="0" lvl="4"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5pPr>
            <a:lvl6pPr marR="0" lvl="5"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6pPr>
            <a:lvl7pPr marR="0" lvl="6"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7pPr>
            <a:lvl8pPr marR="0" lvl="7"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8pPr>
            <a:lvl9pPr marR="0" lvl="8"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9pPr>
          </a:lstStyle>
          <a:p>
            <a:r>
              <a:rPr lang="en-US" sz="1800" dirty="0"/>
              <a:t>X86 Minor CPU</a:t>
            </a:r>
            <a:endParaRPr lang="en" sz="1800" dirty="0"/>
          </a:p>
        </p:txBody>
      </p:sp>
    </p:spTree>
    <p:extLst>
      <p:ext uri="{BB962C8B-B14F-4D97-AF65-F5344CB8AC3E}">
        <p14:creationId xmlns:p14="http://schemas.microsoft.com/office/powerpoint/2010/main" val="103343403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5">
          <a:extLst>
            <a:ext uri="{FF2B5EF4-FFF2-40B4-BE49-F238E27FC236}">
              <a16:creationId xmlns:a16="http://schemas.microsoft.com/office/drawing/2014/main" id="{94C10E27-D8F8-986E-2DFB-FD86949A12FB}"/>
            </a:ext>
          </a:extLst>
        </p:cNvPr>
        <p:cNvGrpSpPr/>
        <p:nvPr/>
      </p:nvGrpSpPr>
      <p:grpSpPr>
        <a:xfrm>
          <a:off x="0" y="0"/>
          <a:ext cx="0" cy="0"/>
          <a:chOff x="0" y="0"/>
          <a:chExt cx="0" cy="0"/>
        </a:xfrm>
      </p:grpSpPr>
      <p:sp>
        <p:nvSpPr>
          <p:cNvPr id="687" name="Google Shape;687;p32">
            <a:extLst>
              <a:ext uri="{FF2B5EF4-FFF2-40B4-BE49-F238E27FC236}">
                <a16:creationId xmlns:a16="http://schemas.microsoft.com/office/drawing/2014/main" id="{B54B69D3-72A9-E640-932E-45B83CCB6EA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Performance comparison between:</a:t>
            </a:r>
            <a:endParaRPr dirty="0"/>
          </a:p>
        </p:txBody>
      </p:sp>
      <p:pic>
        <p:nvPicPr>
          <p:cNvPr id="5" name="Picture 4" descr="A diagram of a computer system&#10;&#10;AI-generated content may be incorrect.">
            <a:extLst>
              <a:ext uri="{FF2B5EF4-FFF2-40B4-BE49-F238E27FC236}">
                <a16:creationId xmlns:a16="http://schemas.microsoft.com/office/drawing/2014/main" id="{7FC434E6-97F2-BE01-6D37-7FD7D9C4F5EF}"/>
              </a:ext>
            </a:extLst>
          </p:cNvPr>
          <p:cNvPicPr>
            <a:picLocks noChangeAspect="1"/>
          </p:cNvPicPr>
          <p:nvPr/>
        </p:nvPicPr>
        <p:blipFill>
          <a:blip r:embed="rId3"/>
          <a:stretch>
            <a:fillRect/>
          </a:stretch>
        </p:blipFill>
        <p:spPr>
          <a:xfrm>
            <a:off x="1443392" y="1103326"/>
            <a:ext cx="6325229" cy="32419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740165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The comparison focuses on:</a:t>
            </a:r>
            <a:endParaRPr dirty="0"/>
          </a:p>
        </p:txBody>
      </p:sp>
      <p:sp>
        <p:nvSpPr>
          <p:cNvPr id="696" name="Google Shape;696;p33"/>
          <p:cNvSpPr txBox="1">
            <a:spLocks noGrp="1"/>
          </p:cNvSpPr>
          <p:nvPr>
            <p:ph type="subTitle" idx="4"/>
          </p:nvPr>
        </p:nvSpPr>
        <p:spPr>
          <a:xfrm>
            <a:off x="937625" y="1819500"/>
            <a:ext cx="2104500" cy="453900"/>
          </a:xfrm>
          <a:prstGeom prst="rect">
            <a:avLst/>
          </a:prstGeom>
        </p:spPr>
        <p:txBody>
          <a:bodyPr spcFirstLastPara="1" wrap="square" lIns="91425" tIns="91425" rIns="91425" bIns="91425" anchor="b" anchorCtr="0">
            <a:noAutofit/>
          </a:bodyPr>
          <a:lstStyle/>
          <a:p>
            <a:pPr marL="0" lvl="0" indent="0"/>
            <a:r>
              <a:rPr lang="en" dirty="0"/>
              <a:t>Execution time</a:t>
            </a:r>
            <a:endParaRPr dirty="0"/>
          </a:p>
        </p:txBody>
      </p:sp>
      <p:sp>
        <p:nvSpPr>
          <p:cNvPr id="697" name="Google Shape;697;p33"/>
          <p:cNvSpPr txBox="1">
            <a:spLocks noGrp="1"/>
          </p:cNvSpPr>
          <p:nvPr>
            <p:ph type="subTitle" idx="5"/>
          </p:nvPr>
        </p:nvSpPr>
        <p:spPr>
          <a:xfrm>
            <a:off x="3222627" y="1819500"/>
            <a:ext cx="2698595" cy="453900"/>
          </a:xfrm>
          <a:prstGeom prst="rect">
            <a:avLst/>
          </a:prstGeom>
        </p:spPr>
        <p:txBody>
          <a:bodyPr spcFirstLastPara="1" wrap="square" lIns="91425" tIns="91425" rIns="91425" bIns="91425" anchor="b" anchorCtr="0">
            <a:noAutofit/>
          </a:bodyPr>
          <a:lstStyle/>
          <a:p>
            <a:pPr marL="0" lvl="0" indent="0"/>
            <a:r>
              <a:rPr lang="en" dirty="0"/>
              <a:t>Number of instructions</a:t>
            </a:r>
            <a:endParaRPr dirty="0"/>
          </a:p>
        </p:txBody>
      </p:sp>
      <p:sp>
        <p:nvSpPr>
          <p:cNvPr id="698" name="Google Shape;698;p33"/>
          <p:cNvSpPr txBox="1">
            <a:spLocks noGrp="1"/>
          </p:cNvSpPr>
          <p:nvPr>
            <p:ph type="subTitle" idx="1"/>
          </p:nvPr>
        </p:nvSpPr>
        <p:spPr>
          <a:xfrm>
            <a:off x="937625" y="2178574"/>
            <a:ext cx="2104500" cy="1501800"/>
          </a:xfrm>
          <a:prstGeom prst="rect">
            <a:avLst/>
          </a:prstGeom>
        </p:spPr>
        <p:txBody>
          <a:bodyPr spcFirstLastPara="1" wrap="square" lIns="91425" tIns="91425" rIns="91425" bIns="91425" anchor="t" anchorCtr="0">
            <a:noAutofit/>
          </a:bodyPr>
          <a:lstStyle/>
          <a:p>
            <a:pPr marL="171450" lvl="0" indent="-171450">
              <a:buFont typeface="Wingdings" panose="05000000000000000000" pitchFamily="2" charset="2"/>
              <a:buChar char="q"/>
            </a:pPr>
            <a:r>
              <a:rPr lang="en-US" dirty="0"/>
              <a:t>The total time a program takes to run from start to finish.</a:t>
            </a:r>
          </a:p>
          <a:p>
            <a:pPr marL="171450" lvl="0" indent="-171450">
              <a:buFont typeface="Wingdings" panose="05000000000000000000" pitchFamily="2" charset="2"/>
              <a:buChar char="q"/>
            </a:pPr>
            <a:endParaRPr lang="en-US" dirty="0"/>
          </a:p>
          <a:p>
            <a:pPr marL="171450" lvl="0" indent="-171450">
              <a:buFont typeface="Wingdings" panose="05000000000000000000" pitchFamily="2" charset="2"/>
              <a:buChar char="q"/>
            </a:pPr>
            <a:r>
              <a:rPr lang="en-US" dirty="0"/>
              <a:t>It measures how long the CPU spends executing the task.</a:t>
            </a:r>
          </a:p>
          <a:p>
            <a:pPr marL="0" lvl="0" indent="0"/>
            <a:endParaRPr dirty="0"/>
          </a:p>
        </p:txBody>
      </p:sp>
      <p:sp>
        <p:nvSpPr>
          <p:cNvPr id="699" name="Google Shape;699;p33"/>
          <p:cNvSpPr txBox="1">
            <a:spLocks noGrp="1"/>
          </p:cNvSpPr>
          <p:nvPr>
            <p:ph type="subTitle" idx="2"/>
          </p:nvPr>
        </p:nvSpPr>
        <p:spPr>
          <a:xfrm>
            <a:off x="3519675" y="2178572"/>
            <a:ext cx="2104500" cy="1583105"/>
          </a:xfrm>
          <a:prstGeom prst="rect">
            <a:avLst/>
          </a:prstGeom>
        </p:spPr>
        <p:txBody>
          <a:bodyPr spcFirstLastPara="1" wrap="square" lIns="91425" tIns="91425" rIns="91425" bIns="91425" anchor="t" anchorCtr="0">
            <a:noAutofit/>
          </a:bodyPr>
          <a:lstStyle/>
          <a:p>
            <a:pPr marL="171450" lvl="0" indent="-171450">
              <a:buFont typeface="Wingdings" panose="05000000000000000000" pitchFamily="2" charset="2"/>
              <a:buChar char="q"/>
            </a:pPr>
            <a:r>
              <a:rPr lang="en-US" dirty="0"/>
              <a:t>The total count of machine instructions executed by the CPU</a:t>
            </a:r>
          </a:p>
          <a:p>
            <a:pPr marL="171450" lvl="0" indent="-171450">
              <a:buFont typeface="Wingdings" panose="05000000000000000000" pitchFamily="2" charset="2"/>
              <a:buChar char="q"/>
            </a:pPr>
            <a:endParaRPr lang="en-US" dirty="0"/>
          </a:p>
          <a:p>
            <a:pPr marL="171450" indent="-171450">
              <a:buFont typeface="Wingdings" panose="05000000000000000000" pitchFamily="2" charset="2"/>
              <a:buChar char="q"/>
            </a:pPr>
            <a:r>
              <a:rPr lang="en-US" dirty="0"/>
              <a:t>It reflects how much work the program performs during execution.</a:t>
            </a:r>
          </a:p>
          <a:p>
            <a:pPr marL="171450" lvl="0" indent="-171450">
              <a:buFont typeface="Wingdings" panose="05000000000000000000" pitchFamily="2" charset="2"/>
              <a:buChar char="q"/>
            </a:pPr>
            <a:endParaRPr dirty="0"/>
          </a:p>
        </p:txBody>
      </p:sp>
      <p:sp>
        <p:nvSpPr>
          <p:cNvPr id="700" name="Google Shape;700;p33"/>
          <p:cNvSpPr txBox="1">
            <a:spLocks noGrp="1"/>
          </p:cNvSpPr>
          <p:nvPr>
            <p:ph type="subTitle" idx="3"/>
          </p:nvPr>
        </p:nvSpPr>
        <p:spPr>
          <a:xfrm>
            <a:off x="6101875" y="2178573"/>
            <a:ext cx="2104500" cy="1828432"/>
          </a:xfrm>
          <a:prstGeom prst="rect">
            <a:avLst/>
          </a:prstGeom>
        </p:spPr>
        <p:txBody>
          <a:bodyPr spcFirstLastPara="1" wrap="square" lIns="91425" tIns="91425" rIns="91425" bIns="91425" anchor="t" anchorCtr="0">
            <a:noAutofit/>
          </a:bodyPr>
          <a:lstStyle/>
          <a:p>
            <a:pPr marL="171450" lvl="0" indent="-171450">
              <a:buFont typeface="Wingdings" panose="05000000000000000000" pitchFamily="2" charset="2"/>
              <a:buChar char="q"/>
            </a:pPr>
            <a:r>
              <a:rPr lang="en-US" dirty="0"/>
              <a:t>The total number of CPU cycles needed to execute the program.</a:t>
            </a:r>
          </a:p>
          <a:p>
            <a:pPr marL="171450" lvl="0" indent="-171450">
              <a:buFont typeface="Wingdings" panose="05000000000000000000" pitchFamily="2" charset="2"/>
              <a:buChar char="q"/>
            </a:pPr>
            <a:endParaRPr lang="en-US" dirty="0"/>
          </a:p>
          <a:p>
            <a:pPr marL="171450" indent="-171450">
              <a:buFont typeface="Wingdings" panose="05000000000000000000" pitchFamily="2" charset="2"/>
              <a:buChar char="q"/>
            </a:pPr>
            <a:r>
              <a:rPr lang="en-US" dirty="0"/>
              <a:t>It indicates how many cycles the processor spends performing all operations.</a:t>
            </a:r>
          </a:p>
          <a:p>
            <a:pPr marL="171450" lvl="0" indent="-171450">
              <a:buFont typeface="Wingdings" panose="05000000000000000000" pitchFamily="2" charset="2"/>
              <a:buChar char="q"/>
            </a:pPr>
            <a:endParaRPr dirty="0"/>
          </a:p>
        </p:txBody>
      </p:sp>
      <p:sp>
        <p:nvSpPr>
          <p:cNvPr id="701" name="Google Shape;701;p33"/>
          <p:cNvSpPr txBox="1">
            <a:spLocks noGrp="1"/>
          </p:cNvSpPr>
          <p:nvPr>
            <p:ph type="subTitle" idx="6"/>
          </p:nvPr>
        </p:nvSpPr>
        <p:spPr>
          <a:xfrm>
            <a:off x="6101724" y="1819500"/>
            <a:ext cx="2699587" cy="453900"/>
          </a:xfrm>
          <a:prstGeom prst="rect">
            <a:avLst/>
          </a:prstGeom>
        </p:spPr>
        <p:txBody>
          <a:bodyPr spcFirstLastPara="1" wrap="square" lIns="91425" tIns="91425" rIns="91425" bIns="91425" anchor="b" anchorCtr="0">
            <a:noAutofit/>
          </a:bodyPr>
          <a:lstStyle/>
          <a:p>
            <a:pPr marL="0" lvl="0" indent="0"/>
            <a:r>
              <a:rPr lang="en" dirty="0"/>
              <a:t>Number of clock cycles</a:t>
            </a:r>
            <a:endParaRPr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39C000E3-7754-388C-10F1-5CDA8E0466E3}"/>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A25C89FC-F4D6-78EC-43B4-0C97561642A7}"/>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D3A5E182-3E0E-48CE-9682-F6FDE86EC557}"/>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DB9E50F5-F031-5E59-02CB-CA0DD2A67AF8}"/>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72C40CE3-C910-7ABE-ED2C-5646D515EA85}"/>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53BAFAEE-EBB5-6F1B-AD25-CEAC6F05D49E}"/>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C9D82614-6A91-833B-BA45-E0061ADC74CF}"/>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321981ED-1187-70AB-ABAE-56FBF3FFA3C1}"/>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915257B2-EE76-6165-3D34-A1DDC3255D8C}"/>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C8A3A658-1674-839D-908F-1D65FC616769}"/>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015F76DD-EDCF-D88F-FBB5-43BE828B5240}"/>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177FFAEC-3838-B5D8-2BDD-9829D71722D1}"/>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10D88321-6651-6F41-A120-02A540DDD20E}"/>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B26C30D7-D141-BF79-873B-CF16EFEBA76B}"/>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D27A84ED-84B6-66D6-9240-F3B19BEB24E4}"/>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6794D24A-AF56-0003-6309-B01953AAC3ED}"/>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A833BDE1-27BD-EB59-BB56-A8F3F736118A}"/>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2F60EC96-2B9A-FB8E-E949-572B3B612FA8}"/>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E49E2DC3-C6ED-39E0-F0AE-E168DE0DE641}"/>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F180D2D5-F14E-F74B-FEBA-C1F874D509F4}"/>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BD88D518-6479-E158-7C14-562902A59B01}"/>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4F79A06E-5CF6-85E7-C894-32009632F90F}"/>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5A4F1BDC-666F-9D22-4EC0-8C006029712E}"/>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E7B32A68-72F6-5998-A925-F34ECAA58F93}"/>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AE04D82E-FD35-3BE0-DCA2-46D56872E648}"/>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36BE0DA3-5AAC-7239-4678-2DC31334A128}"/>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44878A22-EE71-4C13-E08F-7F208458B034}"/>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D19B0EEF-783A-2244-58E3-971DC42D6D5E}"/>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F07DC9F0-3C9D-2E42-74C6-E0834C2DD7F7}"/>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89E20CDC-5673-DD9C-C894-74B26E087D0A}"/>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FB332787-C3CD-AE87-97BA-5417B0F4DBFA}"/>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5C3F745D-1D83-7719-EAEC-E45AFE38EADB}"/>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9D581956-A538-0D19-0AB7-C977905F25D3}"/>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218B6402-3108-0B31-2782-B2D3507C837A}"/>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2B13850D-6B91-062A-B9E8-48B4C72CA982}"/>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8875CF60-D179-3B32-3CDE-6D9EC7053FEF}"/>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1D1E2EDF-609D-8011-3F3C-7A28F0237590}"/>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AF1FE29D-42F9-821A-CA70-2816E6D3B1BF}"/>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0E0AD373-9508-FEB7-8793-0CC731F5BBDA}"/>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E7E2BF59-DBA5-B9E4-1EF1-5726EBB29FB3}"/>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56A422BA-446C-9C72-9535-5FDE8A4C84C7}"/>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5EDFC5F3-C8AF-F4EB-977A-CBCC4E7BFF92}"/>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E06F3483-CF17-78A3-C781-EB0A09EDB26D}"/>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8E3EA57E-8899-BC6F-A91F-810566AF6444}"/>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42B186A4-CC95-FCB2-86B7-96C277F670EA}"/>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838B7818-0CE4-3D5E-61F1-BDA6FA760183}"/>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E40CA295-570A-F44A-B019-D3B93FCED30C}"/>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C1094D07-72DC-3887-28FB-176B0161DF9A}"/>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867988D6-5C54-0B39-80DD-FE34BEC10630}"/>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1546B1F5-80CD-6BC0-9648-E02D87208775}"/>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7A25B6A1-2183-A3D2-9A01-F13E9D749028}"/>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31992B35-6DAE-E55B-E349-D2758F81053F}"/>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E49C8CB5-89A8-FB3B-711F-02FEF79D7CA9}"/>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7E0B738D-2523-EDAF-35D2-E2E7E55196EB}"/>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B5AE2553-2CB5-8748-9924-B74AFC9DD0AE}"/>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E0B9C007-CA0B-3543-35A1-8F97C722B12C}"/>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373FB9A8-EF75-A1CD-679E-56B8FA38010D}"/>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7A7B837A-7C9C-7A47-D720-178FB94E0D73}"/>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6A8757AF-718B-A2D8-60E1-D986A584F8E5}"/>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E41B005D-9764-EB85-4C17-73BC7A9B31BF}"/>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1C536BEF-4644-4359-E413-F0839CCA7D46}"/>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C2518F24-F589-B017-18C8-6DA9CDFEA182}"/>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96BDDB28-F696-3C26-4DC8-14497A97646C}"/>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4615FC9A-00E8-1738-3A53-6C32AA17E382}"/>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447D0260-37CE-C751-77AF-75F9CF128846}"/>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E69048D3-A571-E47D-165C-711E3F58A224}"/>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16F7FF3C-85D0-0B84-66AB-55ED8EBD1964}"/>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CAB94035-8C5A-D178-E9A4-4D7BCE6C0440}"/>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4280DF5E-CE24-0990-164E-1D34C3D1FF6F}"/>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8FD9FF09-800F-59D7-F14F-7706E1DB4716}"/>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BF37442D-0696-485C-AB74-2D7A22144464}"/>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9029934B-0406-FE37-A828-B730BA70C7D6}"/>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0C482E85-0583-62F6-771A-99104BD9C293}"/>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BA2E70E0-4088-ACD2-5E97-596B2B0657D0}"/>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AD65F545-9571-CBBF-DA26-66A7871CD4A8}"/>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9FBFC5F1-099B-31CF-38AC-3FCDE6602678}"/>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1EFC59D6-DFE7-0C17-6A94-794944C7C030}"/>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A8EDDA03-69AF-BD00-91B0-36E12EA0AB6D}"/>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183FDEBC-46E6-9306-2BFD-5A5D6ADD5401}"/>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a:extLst>
              <a:ext uri="{FF2B5EF4-FFF2-40B4-BE49-F238E27FC236}">
                <a16:creationId xmlns:a16="http://schemas.microsoft.com/office/drawing/2014/main" id="{801D665C-9FDE-4495-CC0E-CCB195BA1A69}"/>
              </a:ext>
            </a:extLst>
          </p:cNvPr>
          <p:cNvSpPr txBox="1">
            <a:spLocks noGrp="1"/>
          </p:cNvSpPr>
          <p:nvPr>
            <p:ph type="title"/>
          </p:nvPr>
        </p:nvSpPr>
        <p:spPr>
          <a:xfrm>
            <a:off x="3787990" y="2204163"/>
            <a:ext cx="4937656" cy="1641600"/>
          </a:xfrm>
          <a:prstGeom prst="rect">
            <a:avLst/>
          </a:prstGeom>
        </p:spPr>
        <p:txBody>
          <a:bodyPr spcFirstLastPara="1" wrap="square" lIns="91425" tIns="91425" rIns="91425" bIns="91425" anchor="b" anchorCtr="0">
            <a:noAutofit/>
          </a:bodyPr>
          <a:lstStyle/>
          <a:p>
            <a:pPr lvl="0" algn="ctr"/>
            <a:r>
              <a:rPr lang="en-AE" dirty="0"/>
              <a:t>Environment Setup</a:t>
            </a:r>
          </a:p>
        </p:txBody>
      </p:sp>
      <p:sp>
        <p:nvSpPr>
          <p:cNvPr id="676" name="Google Shape;676;p31">
            <a:extLst>
              <a:ext uri="{FF2B5EF4-FFF2-40B4-BE49-F238E27FC236}">
                <a16:creationId xmlns:a16="http://schemas.microsoft.com/office/drawing/2014/main" id="{B12DD50D-D66E-DDE8-13D1-6E502FFD0C63}"/>
              </a:ext>
            </a:extLst>
          </p:cNvPr>
          <p:cNvSpPr txBox="1">
            <a:spLocks noGrp="1"/>
          </p:cNvSpPr>
          <p:nvPr>
            <p:ph type="title" idx="2"/>
          </p:nvPr>
        </p:nvSpPr>
        <p:spPr>
          <a:xfrm>
            <a:off x="4479075" y="1297738"/>
            <a:ext cx="1174800" cy="109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2</a:t>
            </a:r>
            <a:endParaRPr dirty="0"/>
          </a:p>
        </p:txBody>
      </p:sp>
      <p:pic>
        <p:nvPicPr>
          <p:cNvPr id="677" name="Google Shape;677;p31">
            <a:extLst>
              <a:ext uri="{FF2B5EF4-FFF2-40B4-BE49-F238E27FC236}">
                <a16:creationId xmlns:a16="http://schemas.microsoft.com/office/drawing/2014/main" id="{A43C89AF-08F5-00ED-5539-C2FFC949ABBE}"/>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234407E2-E731-6143-97F3-BD041C2061E5}"/>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D7712EF8-504A-6BF6-7AD6-1738CF58F6F4}"/>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F2A46CE5-22A5-E7A6-0E21-DF5A9D6C7905}"/>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E525038F-4CC7-40A5-2A17-938F70C7FF9B}"/>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spTree>
    <p:extLst>
      <p:ext uri="{BB962C8B-B14F-4D97-AF65-F5344CB8AC3E}">
        <p14:creationId xmlns:p14="http://schemas.microsoft.com/office/powerpoint/2010/main" val="297659535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pic>
        <p:nvPicPr>
          <p:cNvPr id="832" name="Google Shape;832;p37"/>
          <p:cNvPicPr preferRelativeResize="0">
            <a:picLocks noGrp="1"/>
          </p:cNvPicPr>
          <p:nvPr>
            <p:ph type="pic" idx="2"/>
          </p:nvPr>
        </p:nvPicPr>
        <p:blipFill rotWithShape="1">
          <a:blip r:embed="rId3">
            <a:alphaModFix/>
          </a:blip>
          <a:srcRect t="7798" b="7806"/>
          <a:stretch/>
        </p:blipFill>
        <p:spPr>
          <a:xfrm>
            <a:off x="-50" y="0"/>
            <a:ext cx="9144003" cy="5143501"/>
          </a:xfrm>
          <a:prstGeom prst="rect">
            <a:avLst/>
          </a:prstGeom>
        </p:spPr>
      </p:pic>
      <p:sp>
        <p:nvSpPr>
          <p:cNvPr id="833" name="Google Shape;833;p37"/>
          <p:cNvSpPr txBox="1">
            <a:spLocks noGrp="1"/>
          </p:cNvSpPr>
          <p:nvPr>
            <p:ph type="title"/>
          </p:nvPr>
        </p:nvSpPr>
        <p:spPr>
          <a:xfrm>
            <a:off x="720000" y="3048000"/>
            <a:ext cx="7704000" cy="1539150"/>
          </a:xfrm>
          <a:prstGeom prst="rect">
            <a:avLst/>
          </a:prstGeom>
        </p:spPr>
        <p:txBody>
          <a:bodyPr spcFirstLastPara="1" wrap="square" lIns="91425" tIns="91425" rIns="91425" bIns="91425" anchor="t" anchorCtr="0">
            <a:noAutofit/>
          </a:bodyPr>
          <a:lstStyle/>
          <a:p>
            <a:r>
              <a:rPr lang="en-US" dirty="0"/>
              <a:t>This section will talk about the simple code that was used to run the simulation, and showcasing the step by step process. </a:t>
            </a:r>
            <a:endParaRPr lang="ar-SA" dirty="0"/>
          </a:p>
        </p:txBody>
      </p:sp>
      <p:grpSp>
        <p:nvGrpSpPr>
          <p:cNvPr id="834" name="Google Shape;834;p37"/>
          <p:cNvGrpSpPr/>
          <p:nvPr/>
        </p:nvGrpSpPr>
        <p:grpSpPr>
          <a:xfrm>
            <a:off x="203511" y="1206717"/>
            <a:ext cx="8828297" cy="1559560"/>
            <a:chOff x="203511" y="1206717"/>
            <a:chExt cx="8828297" cy="1559560"/>
          </a:xfrm>
        </p:grpSpPr>
        <p:pic>
          <p:nvPicPr>
            <p:cNvPr id="835" name="Google Shape;835;p37"/>
            <p:cNvPicPr preferRelativeResize="0"/>
            <p:nvPr/>
          </p:nvPicPr>
          <p:blipFill>
            <a:blip r:embed="rId4">
              <a:alphaModFix/>
            </a:blip>
            <a:stretch>
              <a:fillRect/>
            </a:stretch>
          </p:blipFill>
          <p:spPr>
            <a:xfrm>
              <a:off x="203511" y="2563707"/>
              <a:ext cx="509725" cy="202569"/>
            </a:xfrm>
            <a:prstGeom prst="rect">
              <a:avLst/>
            </a:prstGeom>
            <a:noFill/>
            <a:ln>
              <a:noFill/>
            </a:ln>
          </p:spPr>
        </p:pic>
        <p:pic>
          <p:nvPicPr>
            <p:cNvPr id="836" name="Google Shape;836;p37"/>
            <p:cNvPicPr preferRelativeResize="0"/>
            <p:nvPr/>
          </p:nvPicPr>
          <p:blipFill>
            <a:blip r:embed="rId4">
              <a:alphaModFix/>
            </a:blip>
            <a:stretch>
              <a:fillRect/>
            </a:stretch>
          </p:blipFill>
          <p:spPr>
            <a:xfrm rot="5400000">
              <a:off x="8675661" y="1360294"/>
              <a:ext cx="509725" cy="202569"/>
            </a:xfrm>
            <a:prstGeom prst="rect">
              <a:avLst/>
            </a:prstGeom>
            <a:noFill/>
            <a:ln>
              <a:noFill/>
            </a:ln>
          </p:spPr>
        </p:pic>
      </p:grpSp>
      <p:grpSp>
        <p:nvGrpSpPr>
          <p:cNvPr id="837" name="Google Shape;837;p37"/>
          <p:cNvGrpSpPr/>
          <p:nvPr/>
        </p:nvGrpSpPr>
        <p:grpSpPr>
          <a:xfrm>
            <a:off x="-202408" y="86965"/>
            <a:ext cx="9752968" cy="5359504"/>
            <a:chOff x="-202408" y="86965"/>
            <a:chExt cx="9752968" cy="5359504"/>
          </a:xfrm>
        </p:grpSpPr>
        <p:grpSp>
          <p:nvGrpSpPr>
            <p:cNvPr id="838" name="Google Shape;838;p37"/>
            <p:cNvGrpSpPr/>
            <p:nvPr/>
          </p:nvGrpSpPr>
          <p:grpSpPr>
            <a:xfrm>
              <a:off x="8567317" y="86965"/>
              <a:ext cx="983243" cy="2548289"/>
              <a:chOff x="8567317" y="86965"/>
              <a:chExt cx="983243" cy="2548289"/>
            </a:xfrm>
          </p:grpSpPr>
          <p:grpSp>
            <p:nvGrpSpPr>
              <p:cNvPr id="839" name="Google Shape;839;p37"/>
              <p:cNvGrpSpPr/>
              <p:nvPr/>
            </p:nvGrpSpPr>
            <p:grpSpPr>
              <a:xfrm rot="10800000">
                <a:off x="8567317" y="86965"/>
                <a:ext cx="983243" cy="2548289"/>
                <a:chOff x="8388742" y="-675060"/>
                <a:chExt cx="983243" cy="2548289"/>
              </a:xfrm>
            </p:grpSpPr>
            <p:sp>
              <p:nvSpPr>
                <p:cNvPr id="840" name="Google Shape;840;p37"/>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7"/>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843;p37"/>
              <p:cNvGrpSpPr/>
              <p:nvPr/>
            </p:nvGrpSpPr>
            <p:grpSpPr>
              <a:xfrm flipH="1">
                <a:off x="8829239" y="1813770"/>
                <a:ext cx="719954" cy="456574"/>
                <a:chOff x="5647214" y="3310870"/>
                <a:chExt cx="719954" cy="456574"/>
              </a:xfrm>
            </p:grpSpPr>
            <p:sp>
              <p:nvSpPr>
                <p:cNvPr id="844" name="Google Shape;844;p37"/>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7"/>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7"/>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7" name="Google Shape;847;p37"/>
            <p:cNvGrpSpPr/>
            <p:nvPr/>
          </p:nvGrpSpPr>
          <p:grpSpPr>
            <a:xfrm>
              <a:off x="-202408" y="144714"/>
              <a:ext cx="724216" cy="5301755"/>
              <a:chOff x="-202408" y="144714"/>
              <a:chExt cx="724216" cy="5301755"/>
            </a:xfrm>
          </p:grpSpPr>
          <p:grpSp>
            <p:nvGrpSpPr>
              <p:cNvPr id="848" name="Google Shape;848;p37"/>
              <p:cNvGrpSpPr/>
              <p:nvPr/>
            </p:nvGrpSpPr>
            <p:grpSpPr>
              <a:xfrm rot="10800000">
                <a:off x="-202408" y="144714"/>
                <a:ext cx="724216" cy="2240431"/>
                <a:chOff x="8412092" y="4079564"/>
                <a:chExt cx="724216" cy="2240431"/>
              </a:xfrm>
            </p:grpSpPr>
            <p:sp>
              <p:nvSpPr>
                <p:cNvPr id="849" name="Google Shape;849;p37"/>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37"/>
              <p:cNvGrpSpPr/>
              <p:nvPr/>
            </p:nvGrpSpPr>
            <p:grpSpPr>
              <a:xfrm>
                <a:off x="24820" y="2944834"/>
                <a:ext cx="496972" cy="2501635"/>
                <a:chOff x="8153020" y="-1031841"/>
                <a:chExt cx="496972" cy="2501635"/>
              </a:xfrm>
            </p:grpSpPr>
            <p:sp>
              <p:nvSpPr>
                <p:cNvPr id="852" name="Google Shape;852;p37"/>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7"/>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7"/>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7" name="Google Shape;70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Opening the Terminal.</a:t>
            </a:r>
            <a:endParaRPr dirty="0"/>
          </a:p>
        </p:txBody>
      </p:sp>
      <p:pic>
        <p:nvPicPr>
          <p:cNvPr id="27" name="Picture 26">
            <a:extLst>
              <a:ext uri="{FF2B5EF4-FFF2-40B4-BE49-F238E27FC236}">
                <a16:creationId xmlns:a16="http://schemas.microsoft.com/office/drawing/2014/main" id="{9EE04936-4B11-2399-3C87-D0B5A39669B5}"/>
              </a:ext>
            </a:extLst>
          </p:cNvPr>
          <p:cNvPicPr>
            <a:picLocks noChangeAspect="1"/>
          </p:cNvPicPr>
          <p:nvPr/>
        </p:nvPicPr>
        <p:blipFill>
          <a:blip r:embed="rId3"/>
          <a:stretch>
            <a:fillRect/>
          </a:stretch>
        </p:blipFill>
        <p:spPr>
          <a:xfrm>
            <a:off x="834899" y="2115147"/>
            <a:ext cx="3172106" cy="1899291"/>
          </a:xfrm>
          <a:prstGeom prst="rect">
            <a:avLst/>
          </a:prstGeom>
        </p:spPr>
      </p:pic>
      <p:sp>
        <p:nvSpPr>
          <p:cNvPr id="28" name="Arrow: Right 27">
            <a:extLst>
              <a:ext uri="{FF2B5EF4-FFF2-40B4-BE49-F238E27FC236}">
                <a16:creationId xmlns:a16="http://schemas.microsoft.com/office/drawing/2014/main" id="{E66E0662-3E48-EF03-3511-28AF50B79EF8}"/>
              </a:ext>
            </a:extLst>
          </p:cNvPr>
          <p:cNvSpPr/>
          <p:nvPr/>
        </p:nvSpPr>
        <p:spPr>
          <a:xfrm>
            <a:off x="1226634"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1</a:t>
            </a:r>
          </a:p>
        </p:txBody>
      </p:sp>
      <p:sp>
        <p:nvSpPr>
          <p:cNvPr id="31" name="TextBox 30">
            <a:extLst>
              <a:ext uri="{FF2B5EF4-FFF2-40B4-BE49-F238E27FC236}">
                <a16:creationId xmlns:a16="http://schemas.microsoft.com/office/drawing/2014/main" id="{DB4021E6-29EA-B4CD-1F4E-1D6DE88820E4}"/>
              </a:ext>
            </a:extLst>
          </p:cNvPr>
          <p:cNvSpPr txBox="1"/>
          <p:nvPr/>
        </p:nvSpPr>
        <p:spPr>
          <a:xfrm>
            <a:off x="834898" y="4233878"/>
            <a:ext cx="3172107" cy="738664"/>
          </a:xfrm>
          <a:prstGeom prst="rect">
            <a:avLst/>
          </a:prstGeom>
          <a:noFill/>
        </p:spPr>
        <p:txBody>
          <a:bodyPr wrap="square" rtlCol="0">
            <a:spAutoFit/>
          </a:bodyPr>
          <a:lstStyle/>
          <a:p>
            <a:r>
              <a:rPr lang="en-US" dirty="0"/>
              <a:t>We start by clicking on this icon on the bottom left side of the screen. </a:t>
            </a:r>
            <a:endParaRPr lang="ar-SA" dirty="0"/>
          </a:p>
          <a:p>
            <a:endParaRPr lang="en-AE" dirty="0"/>
          </a:p>
        </p:txBody>
      </p:sp>
      <p:pic>
        <p:nvPicPr>
          <p:cNvPr id="33" name="Picture 32">
            <a:extLst>
              <a:ext uri="{FF2B5EF4-FFF2-40B4-BE49-F238E27FC236}">
                <a16:creationId xmlns:a16="http://schemas.microsoft.com/office/drawing/2014/main" id="{D665E17D-D00E-44C6-3EFA-0A2D9964F306}"/>
              </a:ext>
            </a:extLst>
          </p:cNvPr>
          <p:cNvPicPr>
            <a:picLocks noChangeAspect="1"/>
          </p:cNvPicPr>
          <p:nvPr/>
        </p:nvPicPr>
        <p:blipFill>
          <a:blip r:embed="rId4"/>
          <a:stretch>
            <a:fillRect/>
          </a:stretch>
        </p:blipFill>
        <p:spPr>
          <a:xfrm>
            <a:off x="4572000" y="2115146"/>
            <a:ext cx="3172106" cy="1899292"/>
          </a:xfrm>
          <a:prstGeom prst="rect">
            <a:avLst/>
          </a:prstGeom>
        </p:spPr>
      </p:pic>
      <p:sp>
        <p:nvSpPr>
          <p:cNvPr id="34" name="Arrow: Right 33">
            <a:extLst>
              <a:ext uri="{FF2B5EF4-FFF2-40B4-BE49-F238E27FC236}">
                <a16:creationId xmlns:a16="http://schemas.microsoft.com/office/drawing/2014/main" id="{85CCEFD4-D637-4DF2-A659-5BDB152F6652}"/>
              </a:ext>
            </a:extLst>
          </p:cNvPr>
          <p:cNvSpPr/>
          <p:nvPr/>
        </p:nvSpPr>
        <p:spPr>
          <a:xfrm>
            <a:off x="6099717"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2</a:t>
            </a:r>
          </a:p>
        </p:txBody>
      </p:sp>
      <p:sp>
        <p:nvSpPr>
          <p:cNvPr id="35" name="TextBox 34">
            <a:extLst>
              <a:ext uri="{FF2B5EF4-FFF2-40B4-BE49-F238E27FC236}">
                <a16:creationId xmlns:a16="http://schemas.microsoft.com/office/drawing/2014/main" id="{22C42A9D-BE97-8EED-5BCF-584CE3895EDD}"/>
              </a:ext>
            </a:extLst>
          </p:cNvPr>
          <p:cNvSpPr txBox="1"/>
          <p:nvPr/>
        </p:nvSpPr>
        <p:spPr>
          <a:xfrm>
            <a:off x="4572000" y="4189393"/>
            <a:ext cx="3172107" cy="523220"/>
          </a:xfrm>
          <a:prstGeom prst="rect">
            <a:avLst/>
          </a:prstGeom>
          <a:noFill/>
        </p:spPr>
        <p:txBody>
          <a:bodyPr wrap="square" rtlCol="0">
            <a:spAutoFit/>
          </a:bodyPr>
          <a:lstStyle/>
          <a:p>
            <a:r>
              <a:rPr lang="en-US" dirty="0"/>
              <a:t>We double click to open the Terminal.</a:t>
            </a:r>
            <a:endParaRPr lang="ar-SA" dirty="0"/>
          </a:p>
          <a:p>
            <a:endParaRPr lang="en-AE"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E85CDB7D-7B0B-1415-4CAF-CD711F7A348B}"/>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608693D4-96C0-30AA-BB25-05BE8632F96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Building the environment code.</a:t>
            </a:r>
            <a:endParaRPr dirty="0"/>
          </a:p>
        </p:txBody>
      </p:sp>
      <p:sp>
        <p:nvSpPr>
          <p:cNvPr id="28" name="Arrow: Right 27">
            <a:extLst>
              <a:ext uri="{FF2B5EF4-FFF2-40B4-BE49-F238E27FC236}">
                <a16:creationId xmlns:a16="http://schemas.microsoft.com/office/drawing/2014/main" id="{7F70AA62-B385-5F53-F185-F5B85B075F38}"/>
              </a:ext>
            </a:extLst>
          </p:cNvPr>
          <p:cNvSpPr/>
          <p:nvPr/>
        </p:nvSpPr>
        <p:spPr>
          <a:xfrm>
            <a:off x="1226634"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3</a:t>
            </a:r>
          </a:p>
        </p:txBody>
      </p:sp>
      <p:sp>
        <p:nvSpPr>
          <p:cNvPr id="31" name="TextBox 30">
            <a:extLst>
              <a:ext uri="{FF2B5EF4-FFF2-40B4-BE49-F238E27FC236}">
                <a16:creationId xmlns:a16="http://schemas.microsoft.com/office/drawing/2014/main" id="{380F8DC7-89C1-9551-03A4-83FA220C4354}"/>
              </a:ext>
            </a:extLst>
          </p:cNvPr>
          <p:cNvSpPr txBox="1"/>
          <p:nvPr/>
        </p:nvSpPr>
        <p:spPr>
          <a:xfrm>
            <a:off x="321942" y="4148955"/>
            <a:ext cx="5774058" cy="954107"/>
          </a:xfrm>
          <a:prstGeom prst="rect">
            <a:avLst/>
          </a:prstGeom>
          <a:noFill/>
        </p:spPr>
        <p:txBody>
          <a:bodyPr wrap="square" rtlCol="0">
            <a:spAutoFit/>
          </a:bodyPr>
          <a:lstStyle/>
          <a:p>
            <a:pPr marL="285750" indent="-285750">
              <a:buFont typeface="Wingdings" panose="05000000000000000000" pitchFamily="2" charset="2"/>
              <a:buChar char="v"/>
            </a:pPr>
            <a:r>
              <a:rPr lang="en-US" dirty="0"/>
              <a:t>Important note : the backslashes ‘\’ are not important for the code and are only present to make the code easier to read, you can write all of the following code in one straight line and it will run perfectly fine as long as you keep the spaces between them.</a:t>
            </a:r>
            <a:endParaRPr lang="ar-SA" dirty="0"/>
          </a:p>
        </p:txBody>
      </p:sp>
      <p:sp>
        <p:nvSpPr>
          <p:cNvPr id="35" name="TextBox 34">
            <a:extLst>
              <a:ext uri="{FF2B5EF4-FFF2-40B4-BE49-F238E27FC236}">
                <a16:creationId xmlns:a16="http://schemas.microsoft.com/office/drawing/2014/main" id="{0435A772-FA66-7EA7-9AA2-D58227D8580B}"/>
              </a:ext>
            </a:extLst>
          </p:cNvPr>
          <p:cNvSpPr txBox="1"/>
          <p:nvPr/>
        </p:nvSpPr>
        <p:spPr>
          <a:xfrm>
            <a:off x="4876800" y="1375317"/>
            <a:ext cx="3172107" cy="2893100"/>
          </a:xfrm>
          <a:prstGeom prst="rect">
            <a:avLst/>
          </a:prstGeom>
          <a:noFill/>
        </p:spPr>
        <p:txBody>
          <a:bodyPr wrap="square" rtlCol="0">
            <a:spAutoFit/>
          </a:bodyPr>
          <a:lstStyle/>
          <a:p>
            <a:pPr marL="285750" indent="-285750">
              <a:buFont typeface="Wingdings" panose="05000000000000000000" pitchFamily="2" charset="2"/>
              <a:buChar char="q"/>
            </a:pPr>
            <a:r>
              <a:rPr lang="en-US" dirty="0"/>
              <a:t>Before writing any of the code we have to enter the gem5 file using the command     “ cd gem5”, this will put us inside of the gem5 directory and from here we can start writing the code for the environment.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We start by typing “./build” and then the board of our choice (X86/ARM/RISC-v </a:t>
            </a:r>
            <a:r>
              <a:rPr lang="en-US" dirty="0" err="1"/>
              <a:t>etc</a:t>
            </a:r>
            <a:r>
              <a:rPr lang="en-US" dirty="0"/>
              <a:t>),</a:t>
            </a:r>
          </a:p>
          <a:p>
            <a:pPr marL="285750" indent="-285750">
              <a:buFont typeface="Wingdings" panose="05000000000000000000" pitchFamily="2" charset="2"/>
              <a:buChar char="q"/>
            </a:pPr>
            <a:r>
              <a:rPr lang="en-US" dirty="0"/>
              <a:t>Followed by “gem5.opt” </a:t>
            </a:r>
          </a:p>
          <a:p>
            <a:pPr marL="285750" indent="-285750">
              <a:buFont typeface="Wingdings" panose="05000000000000000000" pitchFamily="2" charset="2"/>
              <a:buChar char="q"/>
            </a:pPr>
            <a:endParaRPr lang="en-US" dirty="0"/>
          </a:p>
        </p:txBody>
      </p:sp>
      <p:pic>
        <p:nvPicPr>
          <p:cNvPr id="3" name="Picture 2">
            <a:extLst>
              <a:ext uri="{FF2B5EF4-FFF2-40B4-BE49-F238E27FC236}">
                <a16:creationId xmlns:a16="http://schemas.microsoft.com/office/drawing/2014/main" id="{57A58029-6E80-82D7-5BBE-B6945D684E20}"/>
              </a:ext>
            </a:extLst>
          </p:cNvPr>
          <p:cNvPicPr>
            <a:picLocks noChangeAspect="1"/>
          </p:cNvPicPr>
          <p:nvPr/>
        </p:nvPicPr>
        <p:blipFill>
          <a:blip r:embed="rId3"/>
          <a:stretch>
            <a:fillRect/>
          </a:stretch>
        </p:blipFill>
        <p:spPr>
          <a:xfrm>
            <a:off x="533050" y="2102581"/>
            <a:ext cx="4038950" cy="1539373"/>
          </a:xfrm>
          <a:prstGeom prst="rect">
            <a:avLst/>
          </a:prstGeom>
        </p:spPr>
      </p:pic>
    </p:spTree>
    <p:extLst>
      <p:ext uri="{BB962C8B-B14F-4D97-AF65-F5344CB8AC3E}">
        <p14:creationId xmlns:p14="http://schemas.microsoft.com/office/powerpoint/2010/main" val="353644412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F86A15C4-FAAF-2A09-BB6D-90A067639CDF}"/>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FCF9482B-2EFC-9BC7-ED1C-9181D39899D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Building the environment code.</a:t>
            </a:r>
            <a:endParaRPr dirty="0"/>
          </a:p>
        </p:txBody>
      </p:sp>
      <p:sp>
        <p:nvSpPr>
          <p:cNvPr id="28" name="Arrow: Right 27">
            <a:extLst>
              <a:ext uri="{FF2B5EF4-FFF2-40B4-BE49-F238E27FC236}">
                <a16:creationId xmlns:a16="http://schemas.microsoft.com/office/drawing/2014/main" id="{515EBF35-158E-B378-FE46-07CBBE04ED8B}"/>
              </a:ext>
            </a:extLst>
          </p:cNvPr>
          <p:cNvSpPr/>
          <p:nvPr/>
        </p:nvSpPr>
        <p:spPr>
          <a:xfrm>
            <a:off x="1226634"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4</a:t>
            </a:r>
          </a:p>
        </p:txBody>
      </p:sp>
      <p:sp>
        <p:nvSpPr>
          <p:cNvPr id="31" name="TextBox 30">
            <a:extLst>
              <a:ext uri="{FF2B5EF4-FFF2-40B4-BE49-F238E27FC236}">
                <a16:creationId xmlns:a16="http://schemas.microsoft.com/office/drawing/2014/main" id="{5179A08A-ABC0-406D-F0E5-396E94CD41F8}"/>
              </a:ext>
            </a:extLst>
          </p:cNvPr>
          <p:cNvSpPr txBox="1"/>
          <p:nvPr/>
        </p:nvSpPr>
        <p:spPr>
          <a:xfrm>
            <a:off x="254737" y="3887312"/>
            <a:ext cx="4079371" cy="954107"/>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You can the file name whatever you want, in this example I went with the name “NAME_OF_FILE” to make it easier to follow.</a:t>
            </a:r>
            <a:endParaRPr lang="ar-SA" dirty="0"/>
          </a:p>
        </p:txBody>
      </p:sp>
      <p:sp>
        <p:nvSpPr>
          <p:cNvPr id="35" name="TextBox 34">
            <a:extLst>
              <a:ext uri="{FF2B5EF4-FFF2-40B4-BE49-F238E27FC236}">
                <a16:creationId xmlns:a16="http://schemas.microsoft.com/office/drawing/2014/main" id="{71ADC511-3A43-095F-E928-BC2B8E6E58C6}"/>
              </a:ext>
            </a:extLst>
          </p:cNvPr>
          <p:cNvSpPr txBox="1"/>
          <p:nvPr/>
        </p:nvSpPr>
        <p:spPr>
          <a:xfrm>
            <a:off x="4876800" y="1375317"/>
            <a:ext cx="3172107" cy="3539430"/>
          </a:xfrm>
          <a:prstGeom prst="rect">
            <a:avLst/>
          </a:prstGeom>
          <a:noFill/>
        </p:spPr>
        <p:txBody>
          <a:bodyPr wrap="square" rtlCol="0">
            <a:spAutoFit/>
          </a:bodyPr>
          <a:lstStyle/>
          <a:p>
            <a:pPr marL="285750" indent="-285750">
              <a:buFont typeface="Wingdings" panose="05000000000000000000" pitchFamily="2" charset="2"/>
              <a:buChar char="q"/>
            </a:pPr>
            <a:r>
              <a:rPr lang="en-US" dirty="0"/>
              <a:t>For the next step we have to select the output file, starting by typing :</a:t>
            </a:r>
          </a:p>
          <a:p>
            <a:pPr marL="285750" indent="-285750">
              <a:buFont typeface="Wingdings" panose="05000000000000000000" pitchFamily="2" charset="2"/>
              <a:buChar char="q"/>
            </a:pPr>
            <a:r>
              <a:rPr lang="en-US" dirty="0"/>
              <a:t>“--</a:t>
            </a:r>
            <a:r>
              <a:rPr lang="en-US" dirty="0" err="1"/>
              <a:t>outdir</a:t>
            </a:r>
            <a:r>
              <a:rPr lang="en-US" dirty="0"/>
              <a:t>=/home/</a:t>
            </a:r>
            <a:r>
              <a:rPr lang="en-US" dirty="0" err="1"/>
              <a:t>accountname</a:t>
            </a:r>
            <a:r>
              <a:rPr lang="en-US" dirty="0"/>
              <a: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note that you should match the account name part to the name of your virtual account name, which can be seen inside the terminal itself as shown in the image.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Afterwards we decide the location and name of the file to access and see the results later:</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“/gem5/gem5_results/filename”</a:t>
            </a:r>
          </a:p>
        </p:txBody>
      </p:sp>
      <p:pic>
        <p:nvPicPr>
          <p:cNvPr id="6" name="Picture 5">
            <a:extLst>
              <a:ext uri="{FF2B5EF4-FFF2-40B4-BE49-F238E27FC236}">
                <a16:creationId xmlns:a16="http://schemas.microsoft.com/office/drawing/2014/main" id="{3E811BC2-E3E1-42B5-F406-C2687C6A46A0}"/>
              </a:ext>
            </a:extLst>
          </p:cNvPr>
          <p:cNvPicPr>
            <a:picLocks noChangeAspect="1"/>
          </p:cNvPicPr>
          <p:nvPr/>
        </p:nvPicPr>
        <p:blipFill>
          <a:blip r:embed="rId3"/>
          <a:stretch>
            <a:fillRect/>
          </a:stretch>
        </p:blipFill>
        <p:spPr>
          <a:xfrm>
            <a:off x="144370" y="2016268"/>
            <a:ext cx="4732430" cy="1348857"/>
          </a:xfrm>
          <a:prstGeom prst="rect">
            <a:avLst/>
          </a:prstGeom>
        </p:spPr>
      </p:pic>
    </p:spTree>
    <p:extLst>
      <p:ext uri="{BB962C8B-B14F-4D97-AF65-F5344CB8AC3E}">
        <p14:creationId xmlns:p14="http://schemas.microsoft.com/office/powerpoint/2010/main" val="93944544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42F10A53-F222-2ECF-F8A2-F58F4ED8063D}"/>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CD58903A-A929-DFEE-7DB9-DDE30F9F6DD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Building the environment code.</a:t>
            </a:r>
            <a:endParaRPr dirty="0"/>
          </a:p>
        </p:txBody>
      </p:sp>
      <p:sp>
        <p:nvSpPr>
          <p:cNvPr id="28" name="Arrow: Right 27">
            <a:extLst>
              <a:ext uri="{FF2B5EF4-FFF2-40B4-BE49-F238E27FC236}">
                <a16:creationId xmlns:a16="http://schemas.microsoft.com/office/drawing/2014/main" id="{E941A00A-1072-4EE5-3735-A042ACD5738B}"/>
              </a:ext>
            </a:extLst>
          </p:cNvPr>
          <p:cNvSpPr/>
          <p:nvPr/>
        </p:nvSpPr>
        <p:spPr>
          <a:xfrm>
            <a:off x="1226634"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5</a:t>
            </a:r>
          </a:p>
        </p:txBody>
      </p:sp>
      <p:sp>
        <p:nvSpPr>
          <p:cNvPr id="35" name="TextBox 34">
            <a:extLst>
              <a:ext uri="{FF2B5EF4-FFF2-40B4-BE49-F238E27FC236}">
                <a16:creationId xmlns:a16="http://schemas.microsoft.com/office/drawing/2014/main" id="{ABE7AB72-691A-5E8A-8B0F-D82AD4C9091B}"/>
              </a:ext>
            </a:extLst>
          </p:cNvPr>
          <p:cNvSpPr txBox="1"/>
          <p:nvPr/>
        </p:nvSpPr>
        <p:spPr>
          <a:xfrm>
            <a:off x="5070088" y="1494263"/>
            <a:ext cx="3172107" cy="1384995"/>
          </a:xfrm>
          <a:prstGeom prst="rect">
            <a:avLst/>
          </a:prstGeom>
          <a:noFill/>
        </p:spPr>
        <p:txBody>
          <a:bodyPr wrap="square" rtlCol="0">
            <a:spAutoFit/>
          </a:bodyPr>
          <a:lstStyle/>
          <a:p>
            <a:pPr marL="285750" indent="-285750">
              <a:buFont typeface="Wingdings" panose="05000000000000000000" pitchFamily="2" charset="2"/>
              <a:buChar char="q"/>
            </a:pPr>
            <a:r>
              <a:rPr lang="en-US" dirty="0"/>
              <a:t>For the next part of the code we should be careful to match system to the one we already </a:t>
            </a:r>
            <a:r>
              <a:rPr lang="en-US" dirty="0" err="1"/>
              <a:t>choosen</a:t>
            </a:r>
            <a:r>
              <a:rPr lang="en-US" dirty="0"/>
              <a: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So if you picked x86 you put x86 again, ARM with arm, etc...</a:t>
            </a:r>
            <a:endParaRPr lang="ar-SA" dirty="0"/>
          </a:p>
        </p:txBody>
      </p:sp>
      <p:pic>
        <p:nvPicPr>
          <p:cNvPr id="3" name="Picture 2">
            <a:extLst>
              <a:ext uri="{FF2B5EF4-FFF2-40B4-BE49-F238E27FC236}">
                <a16:creationId xmlns:a16="http://schemas.microsoft.com/office/drawing/2014/main" id="{3CF1707B-62E9-90E5-B058-5E111338A157}"/>
              </a:ext>
            </a:extLst>
          </p:cNvPr>
          <p:cNvPicPr>
            <a:picLocks noChangeAspect="1"/>
          </p:cNvPicPr>
          <p:nvPr/>
        </p:nvPicPr>
        <p:blipFill>
          <a:blip r:embed="rId3"/>
          <a:stretch>
            <a:fillRect/>
          </a:stretch>
        </p:blipFill>
        <p:spPr>
          <a:xfrm>
            <a:off x="146606" y="1995262"/>
            <a:ext cx="4596380" cy="1767993"/>
          </a:xfrm>
          <a:prstGeom prst="rect">
            <a:avLst/>
          </a:prstGeom>
        </p:spPr>
      </p:pic>
    </p:spTree>
    <p:extLst>
      <p:ext uri="{BB962C8B-B14F-4D97-AF65-F5344CB8AC3E}">
        <p14:creationId xmlns:p14="http://schemas.microsoft.com/office/powerpoint/2010/main" val="201205033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8FE933DD-1FB4-5925-78FD-9B7C590CFA45}"/>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328A0937-3292-6CC3-56B4-9283C89FA26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3200" dirty="0"/>
              <a:t>Building the environment code.</a:t>
            </a:r>
            <a:endParaRPr dirty="0"/>
          </a:p>
        </p:txBody>
      </p:sp>
      <p:sp>
        <p:nvSpPr>
          <p:cNvPr id="28" name="Arrow: Right 27">
            <a:extLst>
              <a:ext uri="{FF2B5EF4-FFF2-40B4-BE49-F238E27FC236}">
                <a16:creationId xmlns:a16="http://schemas.microsoft.com/office/drawing/2014/main" id="{7C6A2D67-1782-7C44-4D0F-BB2CB230739D}"/>
              </a:ext>
            </a:extLst>
          </p:cNvPr>
          <p:cNvSpPr/>
          <p:nvPr/>
        </p:nvSpPr>
        <p:spPr>
          <a:xfrm>
            <a:off x="1226634" y="1375317"/>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6</a:t>
            </a:r>
          </a:p>
        </p:txBody>
      </p:sp>
      <p:sp>
        <p:nvSpPr>
          <p:cNvPr id="35" name="TextBox 34">
            <a:extLst>
              <a:ext uri="{FF2B5EF4-FFF2-40B4-BE49-F238E27FC236}">
                <a16:creationId xmlns:a16="http://schemas.microsoft.com/office/drawing/2014/main" id="{9D972A06-5185-E5B5-CF57-D0FD5866CB79}"/>
              </a:ext>
            </a:extLst>
          </p:cNvPr>
          <p:cNvSpPr txBox="1"/>
          <p:nvPr/>
        </p:nvSpPr>
        <p:spPr>
          <a:xfrm>
            <a:off x="5070088" y="1494263"/>
            <a:ext cx="3172107" cy="3108543"/>
          </a:xfrm>
          <a:prstGeom prst="rect">
            <a:avLst/>
          </a:prstGeom>
          <a:noFill/>
        </p:spPr>
        <p:txBody>
          <a:bodyPr wrap="square" rtlCol="0">
            <a:spAutoFit/>
          </a:bodyPr>
          <a:lstStyle/>
          <a:p>
            <a:pPr marL="285750" indent="-285750">
              <a:buFont typeface="Wingdings" panose="05000000000000000000" pitchFamily="2" charset="2"/>
              <a:buChar char="q"/>
            </a:pPr>
            <a:r>
              <a:rPr lang="en-US" dirty="0"/>
              <a:t>For the next step we get to customize the specific part of our simulation like the CPU type, the number of caches, and the sizes of said caches.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For our simulation we went with the same storage sizes for the caches for both of the simulations, only changing the CPU type (from O3CPU to X86MinorCPU) to ensure fairness in comparison between the two CPU’s performance. </a:t>
            </a:r>
            <a:endParaRPr lang="ar-SA" dirty="0"/>
          </a:p>
        </p:txBody>
      </p:sp>
      <p:pic>
        <p:nvPicPr>
          <p:cNvPr id="4" name="Picture 3">
            <a:extLst>
              <a:ext uri="{FF2B5EF4-FFF2-40B4-BE49-F238E27FC236}">
                <a16:creationId xmlns:a16="http://schemas.microsoft.com/office/drawing/2014/main" id="{A24C851B-72AD-4851-DEF7-E4565D1BBAFE}"/>
              </a:ext>
            </a:extLst>
          </p:cNvPr>
          <p:cNvPicPr>
            <a:picLocks noChangeAspect="1"/>
          </p:cNvPicPr>
          <p:nvPr/>
        </p:nvPicPr>
        <p:blipFill>
          <a:blip r:embed="rId3"/>
          <a:stretch>
            <a:fillRect/>
          </a:stretch>
        </p:blipFill>
        <p:spPr>
          <a:xfrm>
            <a:off x="377153" y="2108143"/>
            <a:ext cx="4449679" cy="2073892"/>
          </a:xfrm>
          <a:prstGeom prst="rect">
            <a:avLst/>
          </a:prstGeom>
        </p:spPr>
      </p:pic>
    </p:spTree>
    <p:extLst>
      <p:ext uri="{BB962C8B-B14F-4D97-AF65-F5344CB8AC3E}">
        <p14:creationId xmlns:p14="http://schemas.microsoft.com/office/powerpoint/2010/main" val="425731384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F714CF1B-6944-6090-EB0C-308A2A1DF549}"/>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3FEACAA8-3654-15D8-5814-60C452E7B0CF}"/>
              </a:ext>
            </a:extLst>
          </p:cNvPr>
          <p:cNvSpPr txBox="1">
            <a:spLocks noGrp="1"/>
          </p:cNvSpPr>
          <p:nvPr>
            <p:ph type="title"/>
          </p:nvPr>
        </p:nvSpPr>
        <p:spPr>
          <a:xfrm>
            <a:off x="104078" y="445025"/>
            <a:ext cx="8831766" cy="572700"/>
          </a:xfrm>
          <a:prstGeom prst="rect">
            <a:avLst/>
          </a:prstGeom>
        </p:spPr>
        <p:txBody>
          <a:bodyPr spcFirstLastPara="1" wrap="square" lIns="91425" tIns="91425" rIns="91425" bIns="91425" anchor="t" anchorCtr="0">
            <a:noAutofit/>
          </a:bodyPr>
          <a:lstStyle/>
          <a:p>
            <a:pPr lvl="0"/>
            <a:r>
              <a:rPr lang="en-US" sz="3200" dirty="0"/>
              <a:t>When you hit enter you should see the following</a:t>
            </a:r>
            <a:endParaRPr dirty="0"/>
          </a:p>
        </p:txBody>
      </p:sp>
      <p:sp>
        <p:nvSpPr>
          <p:cNvPr id="28" name="Arrow: Right 27">
            <a:extLst>
              <a:ext uri="{FF2B5EF4-FFF2-40B4-BE49-F238E27FC236}">
                <a16:creationId xmlns:a16="http://schemas.microsoft.com/office/drawing/2014/main" id="{A75C1298-8107-04AC-DCD2-7BF47A8D7788}"/>
              </a:ext>
            </a:extLst>
          </p:cNvPr>
          <p:cNvSpPr/>
          <p:nvPr/>
        </p:nvSpPr>
        <p:spPr>
          <a:xfrm>
            <a:off x="758283" y="1070140"/>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7</a:t>
            </a:r>
          </a:p>
        </p:txBody>
      </p:sp>
      <p:sp>
        <p:nvSpPr>
          <p:cNvPr id="35" name="TextBox 34">
            <a:extLst>
              <a:ext uri="{FF2B5EF4-FFF2-40B4-BE49-F238E27FC236}">
                <a16:creationId xmlns:a16="http://schemas.microsoft.com/office/drawing/2014/main" id="{65D53F07-B6ED-2838-897E-E8EBDF9DF019}"/>
              </a:ext>
            </a:extLst>
          </p:cNvPr>
          <p:cNvSpPr txBox="1"/>
          <p:nvPr/>
        </p:nvSpPr>
        <p:spPr>
          <a:xfrm>
            <a:off x="758283" y="4490318"/>
            <a:ext cx="5528733" cy="523220"/>
          </a:xfrm>
          <a:prstGeom prst="rect">
            <a:avLst/>
          </a:prstGeom>
          <a:noFill/>
        </p:spPr>
        <p:txBody>
          <a:bodyPr wrap="square" rtlCol="0">
            <a:spAutoFit/>
          </a:bodyPr>
          <a:lstStyle/>
          <a:p>
            <a:r>
              <a:rPr lang="en-US" dirty="0"/>
              <a:t>This means the simulation ran correctly and the results were outputted ! (congrats !!)</a:t>
            </a:r>
            <a:endParaRPr lang="ar-SA" dirty="0"/>
          </a:p>
        </p:txBody>
      </p:sp>
      <p:pic>
        <p:nvPicPr>
          <p:cNvPr id="8" name="Picture 7">
            <a:extLst>
              <a:ext uri="{FF2B5EF4-FFF2-40B4-BE49-F238E27FC236}">
                <a16:creationId xmlns:a16="http://schemas.microsoft.com/office/drawing/2014/main" id="{5E1B773A-3B5E-594D-B2A7-9AFE725BBAC0}"/>
              </a:ext>
            </a:extLst>
          </p:cNvPr>
          <p:cNvPicPr>
            <a:picLocks noChangeAspect="1"/>
          </p:cNvPicPr>
          <p:nvPr/>
        </p:nvPicPr>
        <p:blipFill>
          <a:blip r:embed="rId3"/>
          <a:stretch>
            <a:fillRect/>
          </a:stretch>
        </p:blipFill>
        <p:spPr>
          <a:xfrm>
            <a:off x="423217" y="1590530"/>
            <a:ext cx="7940728" cy="2689176"/>
          </a:xfrm>
          <a:prstGeom prst="rect">
            <a:avLst/>
          </a:prstGeom>
        </p:spPr>
      </p:pic>
    </p:spTree>
    <p:extLst>
      <p:ext uri="{BB962C8B-B14F-4D97-AF65-F5344CB8AC3E}">
        <p14:creationId xmlns:p14="http://schemas.microsoft.com/office/powerpoint/2010/main" val="76605790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53697D7A-D826-8930-8956-71357CD4571D}"/>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FD6AA19B-1E9B-DDF1-E98D-FD27B534E8A3}"/>
              </a:ext>
            </a:extLst>
          </p:cNvPr>
          <p:cNvSpPr txBox="1">
            <a:spLocks noGrp="1"/>
          </p:cNvSpPr>
          <p:nvPr>
            <p:ph type="title"/>
          </p:nvPr>
        </p:nvSpPr>
        <p:spPr>
          <a:xfrm>
            <a:off x="104078" y="445025"/>
            <a:ext cx="8831766" cy="572700"/>
          </a:xfrm>
          <a:prstGeom prst="rect">
            <a:avLst/>
          </a:prstGeom>
        </p:spPr>
        <p:txBody>
          <a:bodyPr spcFirstLastPara="1" wrap="square" lIns="91425" tIns="91425" rIns="91425" bIns="91425" anchor="t" anchorCtr="0">
            <a:noAutofit/>
          </a:bodyPr>
          <a:lstStyle/>
          <a:p>
            <a:pPr lvl="0"/>
            <a:r>
              <a:rPr lang="en-US" sz="3200" dirty="0"/>
              <a:t>How to access the results file.</a:t>
            </a:r>
            <a:endParaRPr dirty="0"/>
          </a:p>
        </p:txBody>
      </p:sp>
      <p:sp>
        <p:nvSpPr>
          <p:cNvPr id="28" name="Arrow: Right 27">
            <a:extLst>
              <a:ext uri="{FF2B5EF4-FFF2-40B4-BE49-F238E27FC236}">
                <a16:creationId xmlns:a16="http://schemas.microsoft.com/office/drawing/2014/main" id="{4DFBCB78-3D75-9A2E-7D2C-B95A9A298AE4}"/>
              </a:ext>
            </a:extLst>
          </p:cNvPr>
          <p:cNvSpPr/>
          <p:nvPr/>
        </p:nvSpPr>
        <p:spPr>
          <a:xfrm>
            <a:off x="758283" y="1070140"/>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8</a:t>
            </a:r>
          </a:p>
        </p:txBody>
      </p:sp>
      <p:sp>
        <p:nvSpPr>
          <p:cNvPr id="3" name="TextBox 2">
            <a:extLst>
              <a:ext uri="{FF2B5EF4-FFF2-40B4-BE49-F238E27FC236}">
                <a16:creationId xmlns:a16="http://schemas.microsoft.com/office/drawing/2014/main" id="{9914F7EC-AC73-DA1C-1ED4-D76E8A7EE95D}"/>
              </a:ext>
            </a:extLst>
          </p:cNvPr>
          <p:cNvSpPr txBox="1"/>
          <p:nvPr/>
        </p:nvSpPr>
        <p:spPr>
          <a:xfrm>
            <a:off x="5001323" y="1590530"/>
            <a:ext cx="3934521" cy="1384995"/>
          </a:xfrm>
          <a:prstGeom prst="rect">
            <a:avLst/>
          </a:prstGeom>
          <a:noFill/>
        </p:spPr>
        <p:txBody>
          <a:bodyPr wrap="square">
            <a:spAutoFit/>
          </a:bodyPr>
          <a:lstStyle/>
          <a:p>
            <a:pPr marL="342900" indent="-342900">
              <a:buFont typeface="+mj-lt"/>
              <a:buAutoNum type="arabicPeriod"/>
            </a:pPr>
            <a:r>
              <a:rPr lang="en-US" sz="1400" dirty="0"/>
              <a:t>We go to the files on the virtual machine</a:t>
            </a:r>
          </a:p>
          <a:p>
            <a:pPr marL="342900" indent="-342900">
              <a:buFont typeface="+mj-lt"/>
              <a:buAutoNum type="arabicPeriod"/>
            </a:pPr>
            <a:endParaRPr lang="en-US" sz="1400" dirty="0"/>
          </a:p>
          <a:p>
            <a:pPr marL="342900" indent="-342900">
              <a:buFont typeface="+mj-lt"/>
              <a:buAutoNum type="arabicPeriod"/>
            </a:pPr>
            <a:r>
              <a:rPr lang="en-US" sz="1400" dirty="0"/>
              <a:t>We go to gem5 folder</a:t>
            </a:r>
          </a:p>
          <a:p>
            <a:pPr marL="342900" indent="-342900">
              <a:buFont typeface="+mj-lt"/>
              <a:buAutoNum type="arabicPeriod"/>
            </a:pPr>
            <a:endParaRPr lang="en-US" sz="1400" dirty="0"/>
          </a:p>
          <a:p>
            <a:pPr marL="342900" indent="-342900">
              <a:buFont typeface="+mj-lt"/>
              <a:buAutoNum type="arabicPeriod"/>
            </a:pPr>
            <a:r>
              <a:rPr lang="en-US" sz="1400" dirty="0"/>
              <a:t>Inside we look for a folder named “gem5_results” and double click on it.</a:t>
            </a:r>
            <a:endParaRPr lang="ar-SA" sz="1400" dirty="0"/>
          </a:p>
        </p:txBody>
      </p:sp>
      <p:pic>
        <p:nvPicPr>
          <p:cNvPr id="5" name="Picture 4">
            <a:extLst>
              <a:ext uri="{FF2B5EF4-FFF2-40B4-BE49-F238E27FC236}">
                <a16:creationId xmlns:a16="http://schemas.microsoft.com/office/drawing/2014/main" id="{0AB3C424-93B7-1F0C-5618-B6161E89084E}"/>
              </a:ext>
            </a:extLst>
          </p:cNvPr>
          <p:cNvPicPr>
            <a:picLocks noChangeAspect="1"/>
          </p:cNvPicPr>
          <p:nvPr/>
        </p:nvPicPr>
        <p:blipFill>
          <a:blip r:embed="rId3"/>
          <a:stretch>
            <a:fillRect/>
          </a:stretch>
        </p:blipFill>
        <p:spPr>
          <a:xfrm>
            <a:off x="758283" y="1753591"/>
            <a:ext cx="3830223" cy="2000861"/>
          </a:xfrm>
          <a:prstGeom prst="rect">
            <a:avLst/>
          </a:prstGeom>
        </p:spPr>
      </p:pic>
    </p:spTree>
    <p:extLst>
      <p:ext uri="{BB962C8B-B14F-4D97-AF65-F5344CB8AC3E}">
        <p14:creationId xmlns:p14="http://schemas.microsoft.com/office/powerpoint/2010/main" val="94691944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5">
          <a:extLst>
            <a:ext uri="{FF2B5EF4-FFF2-40B4-BE49-F238E27FC236}">
              <a16:creationId xmlns:a16="http://schemas.microsoft.com/office/drawing/2014/main" id="{305470B5-2B86-F622-4A44-0233FF7AB607}"/>
            </a:ext>
          </a:extLst>
        </p:cNvPr>
        <p:cNvGrpSpPr/>
        <p:nvPr/>
      </p:nvGrpSpPr>
      <p:grpSpPr>
        <a:xfrm>
          <a:off x="0" y="0"/>
          <a:ext cx="0" cy="0"/>
          <a:chOff x="0" y="0"/>
          <a:chExt cx="0" cy="0"/>
        </a:xfrm>
      </p:grpSpPr>
      <p:sp>
        <p:nvSpPr>
          <p:cNvPr id="707" name="Google Shape;707;p34">
            <a:extLst>
              <a:ext uri="{FF2B5EF4-FFF2-40B4-BE49-F238E27FC236}">
                <a16:creationId xmlns:a16="http://schemas.microsoft.com/office/drawing/2014/main" id="{BFBBC563-A042-3A6B-A6E6-F3CA53881B80}"/>
              </a:ext>
            </a:extLst>
          </p:cNvPr>
          <p:cNvSpPr txBox="1">
            <a:spLocks noGrp="1"/>
          </p:cNvSpPr>
          <p:nvPr>
            <p:ph type="title"/>
          </p:nvPr>
        </p:nvSpPr>
        <p:spPr>
          <a:xfrm>
            <a:off x="104078" y="445025"/>
            <a:ext cx="8831766" cy="572700"/>
          </a:xfrm>
          <a:prstGeom prst="rect">
            <a:avLst/>
          </a:prstGeom>
        </p:spPr>
        <p:txBody>
          <a:bodyPr spcFirstLastPara="1" wrap="square" lIns="91425" tIns="91425" rIns="91425" bIns="91425" anchor="t" anchorCtr="0">
            <a:noAutofit/>
          </a:bodyPr>
          <a:lstStyle/>
          <a:p>
            <a:pPr lvl="0"/>
            <a:r>
              <a:rPr lang="en-US" sz="3200" dirty="0"/>
              <a:t>How to access the results file.</a:t>
            </a:r>
            <a:endParaRPr dirty="0"/>
          </a:p>
        </p:txBody>
      </p:sp>
      <p:sp>
        <p:nvSpPr>
          <p:cNvPr id="28" name="Arrow: Right 27">
            <a:extLst>
              <a:ext uri="{FF2B5EF4-FFF2-40B4-BE49-F238E27FC236}">
                <a16:creationId xmlns:a16="http://schemas.microsoft.com/office/drawing/2014/main" id="{22238EDA-AEEF-CF92-5320-12887EBE5F1B}"/>
              </a:ext>
            </a:extLst>
          </p:cNvPr>
          <p:cNvSpPr/>
          <p:nvPr/>
        </p:nvSpPr>
        <p:spPr>
          <a:xfrm>
            <a:off x="758283" y="1070140"/>
            <a:ext cx="840059" cy="52039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E" dirty="0"/>
              <a:t>9</a:t>
            </a:r>
          </a:p>
        </p:txBody>
      </p:sp>
      <p:sp>
        <p:nvSpPr>
          <p:cNvPr id="3" name="TextBox 2">
            <a:extLst>
              <a:ext uri="{FF2B5EF4-FFF2-40B4-BE49-F238E27FC236}">
                <a16:creationId xmlns:a16="http://schemas.microsoft.com/office/drawing/2014/main" id="{FBCCFFDE-1E77-CF75-9DE0-69F73D221A90}"/>
              </a:ext>
            </a:extLst>
          </p:cNvPr>
          <p:cNvSpPr txBox="1"/>
          <p:nvPr/>
        </p:nvSpPr>
        <p:spPr>
          <a:xfrm>
            <a:off x="5001323" y="1590530"/>
            <a:ext cx="3934521" cy="1169551"/>
          </a:xfrm>
          <a:prstGeom prst="rect">
            <a:avLst/>
          </a:prstGeom>
          <a:noFill/>
        </p:spPr>
        <p:txBody>
          <a:bodyPr wrap="square">
            <a:spAutoFit/>
          </a:bodyPr>
          <a:lstStyle/>
          <a:p>
            <a:pPr marL="285750" indent="-285750">
              <a:buFont typeface="Wingdings" panose="05000000000000000000" pitchFamily="2" charset="2"/>
              <a:buChar char="v"/>
            </a:pPr>
            <a:r>
              <a:rPr lang="en-US" dirty="0"/>
              <a:t>Lastly inside of gem5_ results we look for a  file with the name we’ve chosen earlier, and inside of that file we will find a text file called “stats.txt” that has all of the data we need for analysis.</a:t>
            </a:r>
            <a:endParaRPr lang="ar-SA" dirty="0"/>
          </a:p>
        </p:txBody>
      </p:sp>
      <p:pic>
        <p:nvPicPr>
          <p:cNvPr id="4" name="Picture 3">
            <a:extLst>
              <a:ext uri="{FF2B5EF4-FFF2-40B4-BE49-F238E27FC236}">
                <a16:creationId xmlns:a16="http://schemas.microsoft.com/office/drawing/2014/main" id="{4AAAE76E-04B8-56DF-F874-6C27895E51F2}"/>
              </a:ext>
            </a:extLst>
          </p:cNvPr>
          <p:cNvPicPr>
            <a:picLocks noChangeAspect="1"/>
          </p:cNvPicPr>
          <p:nvPr/>
        </p:nvPicPr>
        <p:blipFill>
          <a:blip r:embed="rId3"/>
          <a:stretch>
            <a:fillRect/>
          </a:stretch>
        </p:blipFill>
        <p:spPr>
          <a:xfrm>
            <a:off x="758283" y="1762769"/>
            <a:ext cx="3657601" cy="2310591"/>
          </a:xfrm>
          <a:prstGeom prst="rect">
            <a:avLst/>
          </a:prstGeom>
        </p:spPr>
      </p:pic>
    </p:spTree>
    <p:extLst>
      <p:ext uri="{BB962C8B-B14F-4D97-AF65-F5344CB8AC3E}">
        <p14:creationId xmlns:p14="http://schemas.microsoft.com/office/powerpoint/2010/main" val="73482992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285B0182-3DD0-5E83-B87E-E6F59A7A5571}"/>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0217713C-3B5E-9D92-AE4B-627CA3F45E82}"/>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A1C9D6A9-39F4-8661-C710-6B08605A48F3}"/>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FC807383-BD7B-A0A8-A9DC-E18A6D1CA430}"/>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C55B59E7-DFB3-644E-FFD8-BD8AC1084D14}"/>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33748EF8-70E6-47D1-F0B7-3EF4F9BC7712}"/>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0EFABC67-44D8-8D22-F58C-18C01F692BB9}"/>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2089EAD6-05ED-9FDF-C810-89AEEA6F7258}"/>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83E9AD28-1C19-A3E4-EBFF-247AE7D1E1FC}"/>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A0C27823-29BC-1B41-4F88-4662045C91ED}"/>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18F121F2-142E-EEE5-F9A1-7AD29483D017}"/>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F56DCF21-3A92-1CED-3B31-B16E1F3E6156}"/>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B01D75E1-BE71-5D4F-70DD-E8790086F976}"/>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B2E1BD5C-B756-87C4-ED28-BBCC7D860BDF}"/>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95E33FFC-D66B-EADE-F638-46E124E3C785}"/>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D09167A0-F947-7B2D-9EF9-771AFB498104}"/>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F274EDE9-676D-42F3-BB54-E747B4A761F8}"/>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6DF9D5E7-6B81-3A73-94D1-27D001CB166F}"/>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A09AF827-9153-E45F-C0C1-3A2C7C6FF331}"/>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0B2ADFAA-41A3-0B7D-E7F0-4585EFFA5D17}"/>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BCF03E7F-99C2-45EE-A9FE-719C8C8C03B7}"/>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DDCD5276-5A37-B6EF-E609-FEC92322D7D9}"/>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B45BE145-C40A-BEBB-6124-713024A9E1B9}"/>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31F91722-39C4-6C83-A25B-EDAF23673859}"/>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0C21E5A0-F602-2755-B2CF-EF02EC500BD8}"/>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FB26A627-1B6E-7DA3-909B-5A3FBF72E014}"/>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B3031F5A-34A9-E0F9-93CC-8E5DB29C2DF7}"/>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7B562156-9A55-FD64-B450-11EBDCA6B7D1}"/>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A7562F1E-37D0-38AE-D7E2-5118B7ECE73B}"/>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227334EC-B9D0-C8FA-FEE5-32A18D7B9322}"/>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2C49A0F3-DCE5-FA39-4A3B-F1854EBF7C8C}"/>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D25B027F-A82E-CAB9-9EF3-AE19648D42F9}"/>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20FEB6DE-A678-7859-90E8-87F26B3A2A87}"/>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DF6F0897-0144-F5E4-B876-4FBDFC1B406A}"/>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0282696A-F413-44EB-E1F8-E2E91A19CAEE}"/>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2CCDFE30-2A54-6E55-C1A0-147EB00363CE}"/>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6DAD7E90-1337-22E2-92F3-02D127339213}"/>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AC79B08A-6356-DE57-C95B-527182345D25}"/>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AAC4EF38-568B-4FD8-74A7-1C653405FED3}"/>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DC438A6F-A49D-82AB-34FF-FD5F44163DE2}"/>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1E56FF5A-7EA2-81C4-5166-0DB3CACBC23E}"/>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0F77B8CA-AC42-0998-D070-D01CD28831C0}"/>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6E565BD2-2DBF-3C3C-559C-9C611BA3CAF2}"/>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8756F96B-3F1A-AF2C-964F-F419AA573C25}"/>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E85E5207-B4BE-A052-7A97-49593D1756B5}"/>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5F67C996-FE92-53E6-7A86-956BDA6FADC4}"/>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0802E30F-FBFF-28CA-DB61-F622690026C8}"/>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0EB1F9E1-CAC4-92AB-CD01-B551E2D694D9}"/>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0E2DDEB8-653A-180C-B62A-F793B3662322}"/>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D2916AF1-5809-8969-9EDF-2D9497B8A66A}"/>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AB2F2878-6345-DBE3-24BC-FBE18F333C84}"/>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7458703B-43E0-54F3-4C76-5D994259C5F8}"/>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09B97062-E047-1A86-B12E-7B73C46DDF09}"/>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77A3AEBC-B1C7-3939-52DE-5BC73D7F5ABA}"/>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0168E9F7-7939-7623-A40C-9C24AE27E6BC}"/>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B99AE5BC-B4B4-0699-9A30-3EB4B76B59AF}"/>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8393D650-0F15-4DE9-4F7B-1DCCD29F428E}"/>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2A410D29-4564-4D3A-C07B-D2AB6E89A3A0}"/>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3409D1CB-C36A-A7E2-5ED6-C0C782AB500E}"/>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61DE7E54-9DD7-3C72-7736-2E7475909918}"/>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B20E5DA1-37BB-B854-E0C9-1B21699E2DC5}"/>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DA211A98-3FC5-2AB6-0F61-85C142985FDE}"/>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F1D1335A-5303-7AE8-F33B-7C0D9C17B697}"/>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7D42FE4C-1D15-DB6A-BA53-C1823FD4034F}"/>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4394AE4A-D9BA-EC64-2BC5-A0F8EA984928}"/>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C6601C84-7993-AD22-543E-2DF1D38297D4}"/>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FA44DC3B-33B6-15DD-937E-4DD23D0D43B9}"/>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D6AF6987-63B8-BB76-2854-37713A82DCA4}"/>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F3524F01-A026-C457-E85F-A768AC09844C}"/>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D6E6E7A0-B8F0-186A-BC9F-B7515658F600}"/>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CB951BF2-8EC9-8737-4A68-71C6E0B0B990}"/>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0216CC3B-A210-4BFD-C35C-8EC13E1DFE7C}"/>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572265FF-3464-42BA-E5E4-5B4D840F777A}"/>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E294F38A-218D-960A-161F-189DABD8A663}"/>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57FA041A-58AC-E400-75B7-10A2CB7DB2F7}"/>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42832F26-2D8E-BD3F-3857-96B99D68391B}"/>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A1CAD49C-E85E-A64E-B176-F55FCD46F53A}"/>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4FE8A8DF-2CB7-2C1C-5C5F-86342B4D1B3C}"/>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5F3AD376-A4D9-B4ED-2AA8-B17B57BBFBF0}"/>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a:extLst>
              <a:ext uri="{FF2B5EF4-FFF2-40B4-BE49-F238E27FC236}">
                <a16:creationId xmlns:a16="http://schemas.microsoft.com/office/drawing/2014/main" id="{110BFD58-C10A-96AE-34D8-12E5C1E2D686}"/>
              </a:ext>
            </a:extLst>
          </p:cNvPr>
          <p:cNvSpPr txBox="1">
            <a:spLocks noGrp="1"/>
          </p:cNvSpPr>
          <p:nvPr>
            <p:ph type="title"/>
          </p:nvPr>
        </p:nvSpPr>
        <p:spPr>
          <a:xfrm>
            <a:off x="3485613" y="2204163"/>
            <a:ext cx="5496974" cy="1641600"/>
          </a:xfrm>
          <a:prstGeom prst="rect">
            <a:avLst/>
          </a:prstGeom>
        </p:spPr>
        <p:txBody>
          <a:bodyPr spcFirstLastPara="1" wrap="square" lIns="91425" tIns="91425" rIns="91425" bIns="91425" anchor="b" anchorCtr="0">
            <a:noAutofit/>
          </a:bodyPr>
          <a:lstStyle/>
          <a:p>
            <a:pPr lvl="0" algn="ctr"/>
            <a:r>
              <a:rPr lang="en-AE" dirty="0"/>
              <a:t>Outputs Analysis</a:t>
            </a:r>
          </a:p>
        </p:txBody>
      </p:sp>
      <p:sp>
        <p:nvSpPr>
          <p:cNvPr id="676" name="Google Shape;676;p31">
            <a:extLst>
              <a:ext uri="{FF2B5EF4-FFF2-40B4-BE49-F238E27FC236}">
                <a16:creationId xmlns:a16="http://schemas.microsoft.com/office/drawing/2014/main" id="{25BB711C-0C1B-BD24-ABF0-26D04A16133C}"/>
              </a:ext>
            </a:extLst>
          </p:cNvPr>
          <p:cNvSpPr txBox="1">
            <a:spLocks noGrp="1"/>
          </p:cNvSpPr>
          <p:nvPr>
            <p:ph type="title" idx="2"/>
          </p:nvPr>
        </p:nvSpPr>
        <p:spPr>
          <a:xfrm>
            <a:off x="4479075" y="1297738"/>
            <a:ext cx="1174800" cy="109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3</a:t>
            </a:r>
            <a:endParaRPr dirty="0"/>
          </a:p>
        </p:txBody>
      </p:sp>
      <p:pic>
        <p:nvPicPr>
          <p:cNvPr id="677" name="Google Shape;677;p31">
            <a:extLst>
              <a:ext uri="{FF2B5EF4-FFF2-40B4-BE49-F238E27FC236}">
                <a16:creationId xmlns:a16="http://schemas.microsoft.com/office/drawing/2014/main" id="{AA21BF8F-E947-1E4B-156F-350E8F216A5E}"/>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23D110BB-E5E6-B0BC-ACCB-50C9ED28CC7A}"/>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178A318D-CA20-3DB2-6EAE-B6EE124D1CD6}"/>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B2F84F62-9ACC-BF64-C972-F9A9724C2CA2}"/>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80EC55A8-22BE-F999-E7C2-D25D1FDF7DB2}"/>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spTree>
    <p:extLst>
      <p:ext uri="{BB962C8B-B14F-4D97-AF65-F5344CB8AC3E}">
        <p14:creationId xmlns:p14="http://schemas.microsoft.com/office/powerpoint/2010/main" val="74804715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C12EB24A-1510-BB59-CB0D-1918048746C4}"/>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52F90CBC-BD01-A8EE-6293-BB6096659BCD}"/>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C1A76D21-80F2-AA39-2385-6D57B273C753}"/>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6F324BEF-B5CD-27EE-7FAA-71DDE853693A}"/>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4070D962-CA09-35B8-369A-7A3C25C521CC}"/>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0B16A139-61CA-BE56-4EDC-EA3ED0F3AFE5}"/>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CCAA5AE4-4C22-DB25-EA93-A9D193C52D4B}"/>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392A911D-44CA-92F7-87E4-86AB8B5E603A}"/>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E39D4FE7-488D-CDE0-2D5A-1B1F0D16D651}"/>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1401747E-DBCD-2588-CE04-B8630D84AF9D}"/>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5D0DF720-A935-728B-4E36-28F0826EA131}"/>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823C6373-CCFD-B2BC-61A6-99CC327B15AB}"/>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2FD4E009-1F6A-36D6-CBA5-0E03EF8B71B8}"/>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3C9B2E6C-7F99-F1B5-2ACF-1502D898F5E9}"/>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332D75E2-EF69-734F-96ED-00448DF23C95}"/>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5B399944-D482-5EBD-4F1F-71D66C02F2AD}"/>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FA65BF92-A25E-182A-E4C7-55A4808CAB13}"/>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2059E62C-31F2-6675-26D4-555D2508C823}"/>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012F391A-03A5-B7A8-70A1-DCA041E28CF6}"/>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D7DF0413-0715-FB34-D796-47B904F07C3D}"/>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00A21B4F-BA75-8020-09B6-BB6BFC230654}"/>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491B7DC8-9D9B-5807-889F-E67A1DB9AAB6}"/>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C47662E8-A934-535E-1941-CCA37F30A716}"/>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43897ECE-6A6F-C0D4-A41E-47B40B8C9F35}"/>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1BFF6341-C5AC-7028-6730-464D5001D4A9}"/>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2562678A-66E4-2037-80CA-3D53CFC281F4}"/>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8103679A-20ED-18CE-A05C-B79590607A9F}"/>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F2CF8F64-4E86-2169-9954-F334C62524D5}"/>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D30DFB4B-ADA9-97B0-6BCB-76C1D858FCEB}"/>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DBAF5B41-9BF5-6574-538C-C3E50416CE5B}"/>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383076E8-67C8-4C3A-ED6A-2C58CA745A39}"/>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F4DF5A32-9AA6-8399-AF11-C0896BEE5231}"/>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1C746B9A-3F70-4798-1969-09785FB83DBE}"/>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45FBED25-EC9D-0D8A-6AEC-AB12D3B60408}"/>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F2B66677-3089-10E6-1B0A-6808DB7623BA}"/>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DB553284-2C01-3E89-CF45-02C4E4C03611}"/>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218C6803-424F-331E-D247-C87782D7F223}"/>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8B1201E3-F0B7-3CB0-97BD-2E20DDA9EE63}"/>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E733B1F8-267A-2F57-A082-E46C515C5277}"/>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BB4FAC2C-578B-FEFE-6203-D12A89999DE6}"/>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106C78F8-42F3-2512-D088-ADB9FE5B25FC}"/>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EC3F5E1B-CDD7-26E2-92A5-E97AA029398B}"/>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7DE0F89E-22B2-8349-6B45-CF5A96829162}"/>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5CC43150-F280-600F-10CB-19D856041681}"/>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CB7921E0-CD53-2EE5-2863-DA3247C517C9}"/>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45E2AD6D-0349-4C8B-BD15-CCFDD25D8CF7}"/>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5D5443F3-756B-85C8-559C-DBF5B2864904}"/>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407874C0-D7AF-CA3F-98EF-5C06AFE8EA0A}"/>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45FC8357-50EB-E5B5-6A99-3D9C1C65BFB7}"/>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DA174E6A-AA41-AAC3-7276-723C772329BA}"/>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1362D938-A0EB-B7E5-D5DA-1B93E53451FA}"/>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C23F7058-1153-D425-B446-B2393885737D}"/>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FE6B2A57-229F-6D78-D5F7-4ACEFACC3209}"/>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C27B0E9C-8EE1-27F9-3C79-B391B9C8AD01}"/>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ACEB3E2E-D104-D3F6-40C4-EBF265D26C2F}"/>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C04F3A47-F18A-EC3D-F3E3-7E57BF0F5110}"/>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0A1D97C5-909D-9CEE-CA19-80F690911243}"/>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E9EA0783-FA5E-C943-B6B0-B68A6BEE8FAC}"/>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103782AD-C2B3-B7C7-6268-FB417C3D67A4}"/>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9F26479D-86E6-B1B1-07A8-1B237118233D}"/>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69E12D17-C29A-9B39-72DE-AF161F815FD8}"/>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72DD9C16-046D-4B5B-CEF7-D4B54A0C75A1}"/>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D6AE03A6-07E9-891B-75D8-34E10EA088F6}"/>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25F3D344-23E4-BAA8-BBE1-835ABCFF3CE2}"/>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94638B7B-918A-1C33-67E0-1652D342EF6F}"/>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DAA4DDC2-1CB6-CC44-F8A4-1CD6AAE1E8C6}"/>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3ADE2D7B-322B-14C7-B1AE-D61A688A11A9}"/>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7555AA37-2302-3276-7214-A080D3E5E134}"/>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15EC9DC2-4755-09E3-D301-D353871BF013}"/>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E68E64CA-0D51-C7F1-C12C-537B143A95C4}"/>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30CBDE8D-54FE-04FC-AD86-A5C9E00F6383}"/>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F5FCF29B-6399-30F7-A79A-340D84549BCC}"/>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91EDF696-89AA-3DC3-2545-DDC23F37534C}"/>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B773E328-D33D-86F7-674E-2B39FA3CD490}"/>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451AADD9-CC62-421F-2657-0B2B4A911881}"/>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26E8D84A-1591-8BA2-C31D-574B5187CD61}"/>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EA67F00E-A18A-C34F-AB85-C2FCC566BDB9}"/>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2C9B467B-21C3-93CB-0418-D483F378CCFA}"/>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DF38CFD6-6345-7A5C-44AA-CFA4ED1FE241}"/>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7" name="Google Shape;677;p31">
            <a:extLst>
              <a:ext uri="{FF2B5EF4-FFF2-40B4-BE49-F238E27FC236}">
                <a16:creationId xmlns:a16="http://schemas.microsoft.com/office/drawing/2014/main" id="{47688D69-E88A-45BE-D025-072550ED265C}"/>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EC4A9A1D-4920-76BA-916C-3474F99FE659}"/>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98784C9C-24EF-50CE-0B83-FAEF5358015B}"/>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0FE20CF6-2338-FB5B-2238-BF3F98C40F3E}"/>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13DBCCBF-7354-4A25-0553-F4B7917A4837}"/>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pic>
        <p:nvPicPr>
          <p:cNvPr id="7" name="Picture 6" descr="A qr code with a hand pointing at it&#10;&#10;AI-generated content may be incorrect.">
            <a:extLst>
              <a:ext uri="{FF2B5EF4-FFF2-40B4-BE49-F238E27FC236}">
                <a16:creationId xmlns:a16="http://schemas.microsoft.com/office/drawing/2014/main" id="{902A00B0-47C0-4747-74F2-D9B13CBF2153}"/>
              </a:ext>
            </a:extLst>
          </p:cNvPr>
          <p:cNvPicPr>
            <a:picLocks noChangeAspect="1"/>
          </p:cNvPicPr>
          <p:nvPr/>
        </p:nvPicPr>
        <p:blipFill>
          <a:blip r:embed="rId5"/>
          <a:stretch>
            <a:fillRect/>
          </a:stretch>
        </p:blipFill>
        <p:spPr>
          <a:xfrm>
            <a:off x="3628423" y="1315406"/>
            <a:ext cx="5515577" cy="2888068"/>
          </a:xfrm>
          <a:prstGeom prst="rect">
            <a:avLst/>
          </a:prstGeom>
          <a:ln>
            <a:noFill/>
          </a:ln>
          <a:effectLst>
            <a:softEdge rad="112500"/>
          </a:effectLst>
          <a:scene3d>
            <a:camera prst="orthographicFront">
              <a:rot lat="0" lon="0" rev="0"/>
            </a:camera>
            <a:lightRig rig="glow" dir="t">
              <a:rot lat="0" lon="0" rev="14100000"/>
            </a:lightRig>
          </a:scene3d>
          <a:sp3d prstMaterial="softEdge">
            <a:bevelT w="127000" prst="artDeco"/>
          </a:sp3d>
        </p:spPr>
      </p:pic>
    </p:spTree>
    <p:extLst>
      <p:ext uri="{BB962C8B-B14F-4D97-AF65-F5344CB8AC3E}">
        <p14:creationId xmlns:p14="http://schemas.microsoft.com/office/powerpoint/2010/main" val="107083990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AE"/>
              <a:t>Performance Factors</a:t>
            </a:r>
            <a:endParaRPr dirty="0"/>
          </a:p>
        </p:txBody>
      </p:sp>
      <p:sp>
        <p:nvSpPr>
          <p:cNvPr id="724" name="Google Shape;724;p35"/>
          <p:cNvSpPr txBox="1">
            <a:spLocks noGrp="1"/>
          </p:cNvSpPr>
          <p:nvPr>
            <p:ph type="subTitle" idx="7"/>
          </p:nvPr>
        </p:nvSpPr>
        <p:spPr>
          <a:xfrm>
            <a:off x="913263" y="1613962"/>
            <a:ext cx="2104257" cy="377100"/>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Total CPU Cycles</a:t>
            </a:r>
            <a:endParaRPr dirty="0"/>
          </a:p>
        </p:txBody>
      </p:sp>
      <p:sp>
        <p:nvSpPr>
          <p:cNvPr id="725" name="Google Shape;725;p35"/>
          <p:cNvSpPr txBox="1">
            <a:spLocks noGrp="1"/>
          </p:cNvSpPr>
          <p:nvPr>
            <p:ph type="subTitle" idx="8"/>
          </p:nvPr>
        </p:nvSpPr>
        <p:spPr>
          <a:xfrm>
            <a:off x="3579000" y="1204423"/>
            <a:ext cx="2372220" cy="836115"/>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IPC (Instructions Per Cycle)</a:t>
            </a:r>
            <a:endParaRPr dirty="0"/>
          </a:p>
        </p:txBody>
      </p:sp>
      <p:sp>
        <p:nvSpPr>
          <p:cNvPr id="726" name="Google Shape;726;p35"/>
          <p:cNvSpPr txBox="1">
            <a:spLocks noGrp="1"/>
          </p:cNvSpPr>
          <p:nvPr>
            <p:ph type="subTitle" idx="9"/>
          </p:nvPr>
        </p:nvSpPr>
        <p:spPr>
          <a:xfrm>
            <a:off x="6244734" y="1613962"/>
            <a:ext cx="2372220" cy="377100"/>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Total Simulation Time</a:t>
            </a:r>
            <a:endParaRPr dirty="0"/>
          </a:p>
        </p:txBody>
      </p:sp>
      <p:sp>
        <p:nvSpPr>
          <p:cNvPr id="729" name="Google Shape;729;p35"/>
          <p:cNvSpPr txBox="1">
            <a:spLocks noGrp="1"/>
          </p:cNvSpPr>
          <p:nvPr>
            <p:ph type="subTitle" idx="13"/>
          </p:nvPr>
        </p:nvSpPr>
        <p:spPr>
          <a:xfrm>
            <a:off x="913262" y="3063352"/>
            <a:ext cx="2249037" cy="377100"/>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Total Idle Cycles</a:t>
            </a:r>
            <a:endParaRPr dirty="0"/>
          </a:p>
        </p:txBody>
      </p:sp>
      <p:sp>
        <p:nvSpPr>
          <p:cNvPr id="730" name="Google Shape;730;p35"/>
          <p:cNvSpPr txBox="1">
            <a:spLocks noGrp="1"/>
          </p:cNvSpPr>
          <p:nvPr>
            <p:ph type="subTitle" idx="14"/>
          </p:nvPr>
        </p:nvSpPr>
        <p:spPr>
          <a:xfrm>
            <a:off x="3579000" y="3063352"/>
            <a:ext cx="2249036" cy="377100"/>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Max Issue Width</a:t>
            </a:r>
            <a:endParaRPr dirty="0"/>
          </a:p>
        </p:txBody>
      </p:sp>
      <p:sp>
        <p:nvSpPr>
          <p:cNvPr id="731" name="Google Shape;731;p35"/>
          <p:cNvSpPr txBox="1">
            <a:spLocks noGrp="1"/>
          </p:cNvSpPr>
          <p:nvPr>
            <p:ph type="subTitle" idx="15"/>
          </p:nvPr>
        </p:nvSpPr>
        <p:spPr>
          <a:xfrm>
            <a:off x="6244734" y="3063352"/>
            <a:ext cx="2249036" cy="647588"/>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Renaming Maps Committed</a:t>
            </a:r>
            <a:endParaRPr dirty="0"/>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8">
          <a:extLst>
            <a:ext uri="{FF2B5EF4-FFF2-40B4-BE49-F238E27FC236}">
              <a16:creationId xmlns:a16="http://schemas.microsoft.com/office/drawing/2014/main" id="{D095F9E4-9D43-368F-9F62-6A5E35294D99}"/>
            </a:ext>
          </a:extLst>
        </p:cNvPr>
        <p:cNvGrpSpPr/>
        <p:nvPr/>
      </p:nvGrpSpPr>
      <p:grpSpPr>
        <a:xfrm>
          <a:off x="0" y="0"/>
          <a:ext cx="0" cy="0"/>
          <a:chOff x="0" y="0"/>
          <a:chExt cx="0" cy="0"/>
        </a:xfrm>
      </p:grpSpPr>
      <p:sp>
        <p:nvSpPr>
          <p:cNvPr id="719" name="Google Shape;719;p35">
            <a:extLst>
              <a:ext uri="{FF2B5EF4-FFF2-40B4-BE49-F238E27FC236}">
                <a16:creationId xmlns:a16="http://schemas.microsoft.com/office/drawing/2014/main" id="{CFCDFF4C-E1DC-29F3-0FBB-640DA1B2217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AE" dirty="0"/>
              <a:t>Performance Factors</a:t>
            </a:r>
            <a:endParaRPr dirty="0"/>
          </a:p>
        </p:txBody>
      </p:sp>
      <p:sp>
        <p:nvSpPr>
          <p:cNvPr id="724" name="Google Shape;724;p35">
            <a:extLst>
              <a:ext uri="{FF2B5EF4-FFF2-40B4-BE49-F238E27FC236}">
                <a16:creationId xmlns:a16="http://schemas.microsoft.com/office/drawing/2014/main" id="{F990EF2B-32CC-8DBF-69A7-EF72073FCE8C}"/>
              </a:ext>
            </a:extLst>
          </p:cNvPr>
          <p:cNvSpPr txBox="1">
            <a:spLocks noGrp="1"/>
          </p:cNvSpPr>
          <p:nvPr>
            <p:ph type="subTitle" idx="7"/>
          </p:nvPr>
        </p:nvSpPr>
        <p:spPr>
          <a:xfrm>
            <a:off x="1501141" y="1510724"/>
            <a:ext cx="2279514" cy="426851"/>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Mean Issue Rate</a:t>
            </a:r>
            <a:endParaRPr dirty="0"/>
          </a:p>
        </p:txBody>
      </p:sp>
      <p:sp>
        <p:nvSpPr>
          <p:cNvPr id="725" name="Google Shape;725;p35">
            <a:extLst>
              <a:ext uri="{FF2B5EF4-FFF2-40B4-BE49-F238E27FC236}">
                <a16:creationId xmlns:a16="http://schemas.microsoft.com/office/drawing/2014/main" id="{D14CCBD9-A024-45A6-E5CC-562D155658BB}"/>
              </a:ext>
            </a:extLst>
          </p:cNvPr>
          <p:cNvSpPr txBox="1">
            <a:spLocks noGrp="1"/>
          </p:cNvSpPr>
          <p:nvPr>
            <p:ph type="subTitle" idx="8"/>
          </p:nvPr>
        </p:nvSpPr>
        <p:spPr>
          <a:xfrm>
            <a:off x="4876549" y="1517774"/>
            <a:ext cx="2521442" cy="572699"/>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Total Instructions Issued</a:t>
            </a:r>
            <a:endParaRPr dirty="0"/>
          </a:p>
        </p:txBody>
      </p:sp>
      <p:sp>
        <p:nvSpPr>
          <p:cNvPr id="729" name="Google Shape;729;p35">
            <a:extLst>
              <a:ext uri="{FF2B5EF4-FFF2-40B4-BE49-F238E27FC236}">
                <a16:creationId xmlns:a16="http://schemas.microsoft.com/office/drawing/2014/main" id="{BAA2ADAB-4534-12DF-5C77-4C9D277A8C80}"/>
              </a:ext>
            </a:extLst>
          </p:cNvPr>
          <p:cNvSpPr txBox="1">
            <a:spLocks noGrp="1"/>
          </p:cNvSpPr>
          <p:nvPr>
            <p:ph type="subTitle" idx="13"/>
          </p:nvPr>
        </p:nvSpPr>
        <p:spPr>
          <a:xfrm>
            <a:off x="1501141" y="3053026"/>
            <a:ext cx="3070860" cy="377100"/>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Total Instructions Committed</a:t>
            </a:r>
            <a:endParaRPr dirty="0"/>
          </a:p>
        </p:txBody>
      </p:sp>
      <p:sp>
        <p:nvSpPr>
          <p:cNvPr id="730" name="Google Shape;730;p35">
            <a:extLst>
              <a:ext uri="{FF2B5EF4-FFF2-40B4-BE49-F238E27FC236}">
                <a16:creationId xmlns:a16="http://schemas.microsoft.com/office/drawing/2014/main" id="{A8809C55-14D1-319B-3707-BA89626FDA44}"/>
              </a:ext>
            </a:extLst>
          </p:cNvPr>
          <p:cNvSpPr txBox="1">
            <a:spLocks noGrp="1"/>
          </p:cNvSpPr>
          <p:nvPr>
            <p:ph type="subTitle" idx="14"/>
          </p:nvPr>
        </p:nvSpPr>
        <p:spPr>
          <a:xfrm>
            <a:off x="4846321" y="2857427"/>
            <a:ext cx="2934840" cy="572699"/>
          </a:xfrm>
          <a:prstGeom prst="rect">
            <a:avLst/>
          </a:prstGeom>
        </p:spPr>
        <p:txBody>
          <a:bodyPr spcFirstLastPara="1" wrap="square" lIns="91425" tIns="91425" rIns="91425" bIns="91425" anchor="b" anchorCtr="0">
            <a:noAutofit/>
          </a:bodyPr>
          <a:lstStyle/>
          <a:p>
            <a:pPr marL="285750" lvl="0" indent="-285750">
              <a:buFont typeface="Courier New" panose="02070309020205020404" pitchFamily="49" charset="0"/>
              <a:buChar char="o"/>
            </a:pPr>
            <a:r>
              <a:rPr lang="en-AE" dirty="0"/>
              <a:t>Squashed Instructions Issued</a:t>
            </a:r>
            <a:endParaRPr dirty="0"/>
          </a:p>
        </p:txBody>
      </p:sp>
    </p:spTree>
    <p:extLst>
      <p:ext uri="{BB962C8B-B14F-4D97-AF65-F5344CB8AC3E}">
        <p14:creationId xmlns:p14="http://schemas.microsoft.com/office/powerpoint/2010/main" val="303280489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263DF-F17A-A82F-95F7-25E9173111F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6BDF504-87B9-7EFE-48D6-5D58046F395B}"/>
              </a:ext>
            </a:extLst>
          </p:cNvPr>
          <p:cNvSpPr>
            <a:spLocks noGrp="1"/>
          </p:cNvSpPr>
          <p:nvPr>
            <p:ph type="subTitle" idx="1"/>
          </p:nvPr>
        </p:nvSpPr>
        <p:spPr>
          <a:xfrm>
            <a:off x="4833286" y="1831722"/>
            <a:ext cx="3931574" cy="3238365"/>
          </a:xfrm>
        </p:spPr>
        <p:txBody>
          <a:bodyPr/>
          <a:lstStyle/>
          <a:p>
            <a:pPr>
              <a:buFont typeface="Wingdings" panose="05000000000000000000" pitchFamily="2" charset="2"/>
              <a:buChar char="v"/>
            </a:pPr>
            <a:r>
              <a:rPr lang="en-US" sz="1600" dirty="0"/>
              <a:t>The O3CPU required 41,363 Cycles, while the x86MinorCPU required 72,700 Cycles.</a:t>
            </a:r>
          </a:p>
          <a:p>
            <a:pPr>
              <a:buFont typeface="Wingdings" panose="05000000000000000000" pitchFamily="2" charset="2"/>
              <a:buChar char="v"/>
            </a:pPr>
            <a:endParaRPr lang="en-US" sz="1600" dirty="0"/>
          </a:p>
          <a:p>
            <a:pPr>
              <a:buFont typeface="Wingdings" panose="05000000000000000000" pitchFamily="2" charset="2"/>
              <a:buChar char="v"/>
            </a:pPr>
            <a:r>
              <a:rPr lang="en-US" sz="1600" dirty="0"/>
              <a:t> The O3CPU saves nearly 43% of the total execution time.</a:t>
            </a:r>
          </a:p>
          <a:p>
            <a:pPr>
              <a:buFont typeface="Wingdings" panose="05000000000000000000" pitchFamily="2" charset="2"/>
              <a:buChar char="v"/>
            </a:pPr>
            <a:endParaRPr lang="en-US" sz="1600" dirty="0"/>
          </a:p>
          <a:p>
            <a:pPr>
              <a:buFont typeface="Wingdings" panose="05000000000000000000" pitchFamily="2" charset="2"/>
              <a:buChar char="v"/>
            </a:pPr>
            <a:r>
              <a:rPr lang="en-US" sz="1600" b="1" dirty="0"/>
              <a:t>Cycles:</a:t>
            </a:r>
            <a:r>
              <a:rPr lang="en-US" sz="1600" dirty="0"/>
              <a:t> The number of clock ticks the CPU needed.</a:t>
            </a:r>
          </a:p>
          <a:p>
            <a:pPr>
              <a:buFont typeface="Wingdings" panose="05000000000000000000" pitchFamily="2" charset="2"/>
              <a:buChar char="v"/>
            </a:pPr>
            <a:endParaRPr lang="en-US" sz="1600" dirty="0"/>
          </a:p>
          <a:p>
            <a:pPr>
              <a:buFont typeface="Wingdings" panose="05000000000000000000" pitchFamily="2" charset="2"/>
              <a:buChar char="v"/>
            </a:pPr>
            <a:r>
              <a:rPr lang="en-US" sz="1600" dirty="0"/>
              <a:t> Fewer cycles = better performance.</a:t>
            </a:r>
            <a:endParaRPr lang="en-AE" sz="1600" dirty="0"/>
          </a:p>
        </p:txBody>
      </p:sp>
      <p:sp>
        <p:nvSpPr>
          <p:cNvPr id="7" name="Title 1">
            <a:extLst>
              <a:ext uri="{FF2B5EF4-FFF2-40B4-BE49-F238E27FC236}">
                <a16:creationId xmlns:a16="http://schemas.microsoft.com/office/drawing/2014/main" id="{42D8DFC9-FEC8-94F9-794E-666CCA5CF9B6}"/>
              </a:ext>
            </a:extLst>
          </p:cNvPr>
          <p:cNvSpPr>
            <a:spLocks noGrp="1"/>
          </p:cNvSpPr>
          <p:nvPr>
            <p:ph type="title"/>
          </p:nvPr>
        </p:nvSpPr>
        <p:spPr>
          <a:xfrm>
            <a:off x="720725" y="444500"/>
            <a:ext cx="7702550" cy="573088"/>
          </a:xfrm>
        </p:spPr>
        <p:txBody>
          <a:bodyPr/>
          <a:lstStyle/>
          <a:p>
            <a:r>
              <a:rPr lang="en-US" sz="2400" dirty="0"/>
              <a:t>How much processing time did each core waste to complete the same task?</a:t>
            </a:r>
            <a:endParaRPr lang="en-AE" sz="2400" dirty="0"/>
          </a:p>
        </p:txBody>
      </p:sp>
      <p:pic>
        <p:nvPicPr>
          <p:cNvPr id="13" name="Picture 12">
            <a:extLst>
              <a:ext uri="{FF2B5EF4-FFF2-40B4-BE49-F238E27FC236}">
                <a16:creationId xmlns:a16="http://schemas.microsoft.com/office/drawing/2014/main" id="{5641209F-60E7-ACEC-24F2-9BA6965A5378}"/>
              </a:ext>
            </a:extLst>
          </p:cNvPr>
          <p:cNvPicPr>
            <a:picLocks noChangeAspect="1"/>
          </p:cNvPicPr>
          <p:nvPr/>
        </p:nvPicPr>
        <p:blipFill>
          <a:blip r:embed="rId2"/>
          <a:stretch>
            <a:fillRect/>
          </a:stretch>
        </p:blipFill>
        <p:spPr>
          <a:xfrm>
            <a:off x="848581" y="1831723"/>
            <a:ext cx="3931575" cy="28819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02826933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BA54B-E2C7-131D-4C68-983C8C6E5067}"/>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81D31E2E-6C5D-8325-2AB0-F4B120424E88}"/>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O3CPU achieved an IPC of 0.14, a 75% increase over the </a:t>
            </a:r>
            <a:r>
              <a:rPr lang="en-US" sz="1600" dirty="0" err="1"/>
              <a:t>MinorCPU's</a:t>
            </a:r>
            <a:r>
              <a:rPr lang="en-US" sz="1600" dirty="0"/>
              <a:t> 0.08. </a:t>
            </a:r>
          </a:p>
          <a:p>
            <a:pPr>
              <a:buFont typeface="Wingdings" panose="05000000000000000000" pitchFamily="2" charset="2"/>
              <a:buChar char="v"/>
            </a:pPr>
            <a:endParaRPr lang="en-US" sz="1600" dirty="0"/>
          </a:p>
          <a:p>
            <a:pPr>
              <a:buFont typeface="Wingdings" panose="05000000000000000000" pitchFamily="2" charset="2"/>
              <a:buChar char="v"/>
            </a:pPr>
            <a:r>
              <a:rPr lang="en-US" sz="1600" dirty="0"/>
              <a:t>This directly measures the core's ability to complete instructions in parallel.</a:t>
            </a:r>
          </a:p>
          <a:p>
            <a:pPr>
              <a:buFont typeface="Wingdings" panose="05000000000000000000" pitchFamily="2" charset="2"/>
              <a:buChar char="v"/>
            </a:pPr>
            <a:endParaRPr lang="en-US" sz="1600" dirty="0"/>
          </a:p>
          <a:p>
            <a:pPr>
              <a:buFont typeface="Wingdings" panose="05000000000000000000" pitchFamily="2" charset="2"/>
              <a:buChar char="v"/>
            </a:pPr>
            <a:r>
              <a:rPr lang="en-US" sz="1600" dirty="0" err="1"/>
              <a:t>Insts</a:t>
            </a:r>
            <a:r>
              <a:rPr lang="en-US" sz="1600" dirty="0"/>
              <a:t>/Cycle: The average number of instructions the core completes per clock cycle. </a:t>
            </a:r>
          </a:p>
          <a:p>
            <a:pPr>
              <a:buFont typeface="Wingdings" panose="05000000000000000000" pitchFamily="2" charset="2"/>
              <a:buChar char="v"/>
            </a:pPr>
            <a:endParaRPr lang="en-US" sz="1600" dirty="0"/>
          </a:p>
          <a:p>
            <a:pPr>
              <a:buFont typeface="Wingdings" panose="05000000000000000000" pitchFamily="2" charset="2"/>
              <a:buChar char="v"/>
            </a:pPr>
            <a:r>
              <a:rPr lang="en-US" sz="1600" dirty="0"/>
              <a:t>The higher the value, the more efficient the core is.</a:t>
            </a:r>
            <a:endParaRPr lang="en-AE" sz="1600" dirty="0"/>
          </a:p>
        </p:txBody>
      </p:sp>
      <p:sp>
        <p:nvSpPr>
          <p:cNvPr id="7" name="Title 1">
            <a:extLst>
              <a:ext uri="{FF2B5EF4-FFF2-40B4-BE49-F238E27FC236}">
                <a16:creationId xmlns:a16="http://schemas.microsoft.com/office/drawing/2014/main" id="{BD58AC47-166A-F089-9743-5511417CFC51}"/>
              </a:ext>
            </a:extLst>
          </p:cNvPr>
          <p:cNvSpPr>
            <a:spLocks noGrp="1"/>
          </p:cNvSpPr>
          <p:nvPr>
            <p:ph type="title"/>
          </p:nvPr>
        </p:nvSpPr>
        <p:spPr>
          <a:xfrm>
            <a:off x="720725" y="444500"/>
            <a:ext cx="7702550" cy="573088"/>
          </a:xfrm>
        </p:spPr>
        <p:txBody>
          <a:bodyPr/>
          <a:lstStyle/>
          <a:p>
            <a:r>
              <a:rPr lang="en-US" sz="2400" dirty="0"/>
              <a:t>What is the real gain from the Superscalar architecture?</a:t>
            </a:r>
            <a:endParaRPr lang="en-AE" sz="2400" dirty="0"/>
          </a:p>
        </p:txBody>
      </p:sp>
      <p:pic>
        <p:nvPicPr>
          <p:cNvPr id="4" name="Picture 3">
            <a:extLst>
              <a:ext uri="{FF2B5EF4-FFF2-40B4-BE49-F238E27FC236}">
                <a16:creationId xmlns:a16="http://schemas.microsoft.com/office/drawing/2014/main" id="{C3089A96-34A8-A824-F6DB-ECED88A53CC9}"/>
              </a:ext>
            </a:extLst>
          </p:cNvPr>
          <p:cNvPicPr>
            <a:picLocks noChangeAspect="1"/>
          </p:cNvPicPr>
          <p:nvPr/>
        </p:nvPicPr>
        <p:blipFill>
          <a:blip r:embed="rId2"/>
          <a:stretch>
            <a:fillRect/>
          </a:stretch>
        </p:blipFill>
        <p:spPr>
          <a:xfrm>
            <a:off x="848581" y="1831722"/>
            <a:ext cx="3984705" cy="28819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7670510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7A201-68AD-E0CF-0C26-AC9998420263}"/>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8AA9763-CA2D-BF8E-E593-5C52A6838AB9}"/>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O3CPU finished in 21 </a:t>
            </a:r>
            <a:r>
              <a:rPr lang="en-AE" sz="1600" dirty="0"/>
              <a:t>µs</a:t>
            </a:r>
            <a:r>
              <a:rPr lang="en-US" sz="1600" dirty="0"/>
              <a:t>, significantly faster than the </a:t>
            </a:r>
            <a:r>
              <a:rPr lang="en-US" sz="1600" dirty="0" err="1"/>
              <a:t>MinorCPU's</a:t>
            </a:r>
            <a:r>
              <a:rPr lang="en-US" sz="1600" dirty="0"/>
              <a:t> 36</a:t>
            </a:r>
            <a:r>
              <a:rPr lang="ar-DZ" sz="1600" dirty="0"/>
              <a:t> </a:t>
            </a:r>
            <a:r>
              <a:rPr lang="en-AE" sz="1600" dirty="0"/>
              <a:t>µs</a:t>
            </a:r>
            <a:r>
              <a:rPr lang="en-US" sz="1600" dirty="0"/>
              <a:t>.</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b="1" dirty="0"/>
              <a:t>Seconds:</a:t>
            </a:r>
            <a:r>
              <a:rPr lang="en-US" sz="1600" dirty="0"/>
              <a:t> The total wall-clock time required for the simulation to run.</a:t>
            </a:r>
            <a:endParaRPr lang="en-AE" sz="1600" dirty="0"/>
          </a:p>
        </p:txBody>
      </p:sp>
      <p:sp>
        <p:nvSpPr>
          <p:cNvPr id="7" name="Title 1">
            <a:extLst>
              <a:ext uri="{FF2B5EF4-FFF2-40B4-BE49-F238E27FC236}">
                <a16:creationId xmlns:a16="http://schemas.microsoft.com/office/drawing/2014/main" id="{3949811A-5DE5-8BF1-690D-A5AC365E9BA8}"/>
              </a:ext>
            </a:extLst>
          </p:cNvPr>
          <p:cNvSpPr>
            <a:spLocks noGrp="1"/>
          </p:cNvSpPr>
          <p:nvPr>
            <p:ph type="title"/>
          </p:nvPr>
        </p:nvSpPr>
        <p:spPr>
          <a:xfrm>
            <a:off x="720725" y="444500"/>
            <a:ext cx="7702550" cy="573088"/>
          </a:xfrm>
        </p:spPr>
        <p:txBody>
          <a:bodyPr/>
          <a:lstStyle/>
          <a:p>
            <a:r>
              <a:rPr lang="en-US" sz="2400" dirty="0"/>
              <a:t>What was the overall time saving for the user?</a:t>
            </a:r>
            <a:endParaRPr lang="en-AE" sz="2400" dirty="0"/>
          </a:p>
        </p:txBody>
      </p:sp>
      <p:pic>
        <p:nvPicPr>
          <p:cNvPr id="5" name="Picture 4">
            <a:extLst>
              <a:ext uri="{FF2B5EF4-FFF2-40B4-BE49-F238E27FC236}">
                <a16:creationId xmlns:a16="http://schemas.microsoft.com/office/drawing/2014/main" id="{DDC732CA-FCC4-C689-8BEE-BAF4A961E8F1}"/>
              </a:ext>
            </a:extLst>
          </p:cNvPr>
          <p:cNvPicPr>
            <a:picLocks noChangeAspect="1"/>
          </p:cNvPicPr>
          <p:nvPr/>
        </p:nvPicPr>
        <p:blipFill>
          <a:blip r:embed="rId2"/>
          <a:stretch>
            <a:fillRect/>
          </a:stretch>
        </p:blipFill>
        <p:spPr>
          <a:xfrm>
            <a:off x="938522" y="1691601"/>
            <a:ext cx="3984705" cy="29402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90830396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68DE0-B5F0-D98C-49B7-6DAD55EDF70B}"/>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A00A4FF-BDB3-E39E-B641-E208663BD66E}"/>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a:t>
            </a:r>
            <a:r>
              <a:rPr lang="en-US" sz="1600" dirty="0" err="1"/>
              <a:t>MinorCPU</a:t>
            </a:r>
            <a:r>
              <a:rPr lang="en-US" sz="1600" dirty="0"/>
              <a:t> spent 55,070 Cycles being idle/stalled (waiting for data/dependencies), a cost the O3CPU minimized significantly.</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Cycles: Measures pipeline stalls. High idle cycles show poor tolerance for memory latency.</a:t>
            </a:r>
            <a:endParaRPr lang="en-AE" sz="1600" dirty="0"/>
          </a:p>
        </p:txBody>
      </p:sp>
      <p:sp>
        <p:nvSpPr>
          <p:cNvPr id="7" name="Title 1">
            <a:extLst>
              <a:ext uri="{FF2B5EF4-FFF2-40B4-BE49-F238E27FC236}">
                <a16:creationId xmlns:a16="http://schemas.microsoft.com/office/drawing/2014/main" id="{117EDC92-D1F8-20AA-A53A-C1B9FD0403CB}"/>
              </a:ext>
            </a:extLst>
          </p:cNvPr>
          <p:cNvSpPr>
            <a:spLocks noGrp="1"/>
          </p:cNvSpPr>
          <p:nvPr>
            <p:ph type="title"/>
          </p:nvPr>
        </p:nvSpPr>
        <p:spPr>
          <a:xfrm>
            <a:off x="720725" y="444500"/>
            <a:ext cx="7702550" cy="573088"/>
          </a:xfrm>
        </p:spPr>
        <p:txBody>
          <a:bodyPr/>
          <a:lstStyle/>
          <a:p>
            <a:r>
              <a:rPr lang="en-US" sz="2400" dirty="0"/>
              <a:t>What is the cost of the In-Order pipeline limitation?</a:t>
            </a:r>
            <a:endParaRPr lang="en-AE" sz="2400" dirty="0"/>
          </a:p>
        </p:txBody>
      </p:sp>
      <p:pic>
        <p:nvPicPr>
          <p:cNvPr id="8" name="Picture 7">
            <a:extLst>
              <a:ext uri="{FF2B5EF4-FFF2-40B4-BE49-F238E27FC236}">
                <a16:creationId xmlns:a16="http://schemas.microsoft.com/office/drawing/2014/main" id="{A97CFC90-844F-5026-78AD-83146D95096F}"/>
              </a:ext>
            </a:extLst>
          </p:cNvPr>
          <p:cNvPicPr>
            <a:picLocks noChangeAspect="1"/>
          </p:cNvPicPr>
          <p:nvPr/>
        </p:nvPicPr>
        <p:blipFill>
          <a:blip r:embed="rId2"/>
          <a:stretch>
            <a:fillRect/>
          </a:stretch>
        </p:blipFill>
        <p:spPr>
          <a:xfrm>
            <a:off x="603973" y="1790115"/>
            <a:ext cx="4473328" cy="27431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29946234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B2F8-85B8-C98E-5E6D-870B73210C26}"/>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16E7ACF-7731-A972-73F2-0FF6F263260C}"/>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O3CPU is physically configured for a Max Issue Width of 8, allowing it to attempt sending 8 instructions in parallel, compared to the </a:t>
            </a:r>
            <a:r>
              <a:rPr lang="en-US" sz="1600" dirty="0" err="1"/>
              <a:t>MinorCPU's</a:t>
            </a:r>
            <a:r>
              <a:rPr lang="en-US" sz="1600" dirty="0"/>
              <a:t> limit of 1.</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Count: The number of instructions the dispatch unit can send to the functional units per cycle.</a:t>
            </a:r>
            <a:endParaRPr lang="en-AE" sz="1600" dirty="0"/>
          </a:p>
        </p:txBody>
      </p:sp>
      <p:sp>
        <p:nvSpPr>
          <p:cNvPr id="7" name="Title 1">
            <a:extLst>
              <a:ext uri="{FF2B5EF4-FFF2-40B4-BE49-F238E27FC236}">
                <a16:creationId xmlns:a16="http://schemas.microsoft.com/office/drawing/2014/main" id="{08804CF4-2337-2068-0A69-8642EB400423}"/>
              </a:ext>
            </a:extLst>
          </p:cNvPr>
          <p:cNvSpPr>
            <a:spLocks noGrp="1"/>
          </p:cNvSpPr>
          <p:nvPr>
            <p:ph type="title"/>
          </p:nvPr>
        </p:nvSpPr>
        <p:spPr>
          <a:xfrm>
            <a:off x="720725" y="444500"/>
            <a:ext cx="7702550" cy="573088"/>
          </a:xfrm>
        </p:spPr>
        <p:txBody>
          <a:bodyPr/>
          <a:lstStyle/>
          <a:p>
            <a:r>
              <a:rPr lang="en-US" sz="2400" dirty="0"/>
              <a:t>How much parallelism is physically available in each core?</a:t>
            </a:r>
            <a:endParaRPr lang="en-AE" sz="2400" dirty="0"/>
          </a:p>
        </p:txBody>
      </p:sp>
      <p:pic>
        <p:nvPicPr>
          <p:cNvPr id="4" name="Picture 3">
            <a:extLst>
              <a:ext uri="{FF2B5EF4-FFF2-40B4-BE49-F238E27FC236}">
                <a16:creationId xmlns:a16="http://schemas.microsoft.com/office/drawing/2014/main" id="{035C36CB-28D8-7AD7-D6A8-CC16A91ACCAA}"/>
              </a:ext>
            </a:extLst>
          </p:cNvPr>
          <p:cNvPicPr>
            <a:picLocks noChangeAspect="1"/>
          </p:cNvPicPr>
          <p:nvPr/>
        </p:nvPicPr>
        <p:blipFill>
          <a:blip r:embed="rId2"/>
          <a:stretch>
            <a:fillRect/>
          </a:stretch>
        </p:blipFill>
        <p:spPr>
          <a:xfrm>
            <a:off x="664561" y="1806315"/>
            <a:ext cx="3824994" cy="276568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1196033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AD2E-C475-7255-24F8-372050B00B8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ECB60EB-254E-0FA5-8D51-71E833666D3B}"/>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O3CPU successfully executed 17,534 Register Renaming operations, which is the key mechanism to eliminate false dependencies and enable OOO execution.</a:t>
            </a:r>
            <a:endParaRPr lang="ar-DZ" sz="1600" dirty="0"/>
          </a:p>
          <a:p>
            <a:pPr>
              <a:buFont typeface="Wingdings" panose="05000000000000000000" pitchFamily="2" charset="2"/>
              <a:buChar char="v"/>
            </a:pPr>
            <a:r>
              <a:rPr lang="en-US" sz="1600" dirty="0"/>
              <a:t>Count: The number of times the CPU successfully used its complex renaming hardware to bypass data hazards.</a:t>
            </a:r>
            <a:endParaRPr lang="en-AE" sz="1600" dirty="0"/>
          </a:p>
        </p:txBody>
      </p:sp>
      <p:sp>
        <p:nvSpPr>
          <p:cNvPr id="7" name="Title 1">
            <a:extLst>
              <a:ext uri="{FF2B5EF4-FFF2-40B4-BE49-F238E27FC236}">
                <a16:creationId xmlns:a16="http://schemas.microsoft.com/office/drawing/2014/main" id="{2798DBCD-77D7-E3FC-EA60-8397779ABCAC}"/>
              </a:ext>
            </a:extLst>
          </p:cNvPr>
          <p:cNvSpPr>
            <a:spLocks noGrp="1"/>
          </p:cNvSpPr>
          <p:nvPr>
            <p:ph type="title"/>
          </p:nvPr>
        </p:nvSpPr>
        <p:spPr>
          <a:xfrm>
            <a:off x="720725" y="444500"/>
            <a:ext cx="7702550" cy="573088"/>
          </a:xfrm>
        </p:spPr>
        <p:txBody>
          <a:bodyPr/>
          <a:lstStyle/>
          <a:p>
            <a:r>
              <a:rPr lang="en-US" sz="2400" dirty="0"/>
              <a:t>What specific mechanism enables the Out-of-Order execution?</a:t>
            </a:r>
            <a:endParaRPr lang="en-AE" sz="2400" dirty="0"/>
          </a:p>
        </p:txBody>
      </p:sp>
      <p:pic>
        <p:nvPicPr>
          <p:cNvPr id="5" name="Picture 4">
            <a:extLst>
              <a:ext uri="{FF2B5EF4-FFF2-40B4-BE49-F238E27FC236}">
                <a16:creationId xmlns:a16="http://schemas.microsoft.com/office/drawing/2014/main" id="{5729A6E5-AB8D-310E-D8EA-34E9BC0777E1}"/>
              </a:ext>
            </a:extLst>
          </p:cNvPr>
          <p:cNvPicPr>
            <a:picLocks noChangeAspect="1"/>
          </p:cNvPicPr>
          <p:nvPr/>
        </p:nvPicPr>
        <p:blipFill>
          <a:blip r:embed="rId2"/>
          <a:stretch>
            <a:fillRect/>
          </a:stretch>
        </p:blipFill>
        <p:spPr>
          <a:xfrm>
            <a:off x="720725" y="1663908"/>
            <a:ext cx="3637617" cy="26646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4012907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7BD17-FB2D-3B97-B957-08E9D8E50F2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59034766-E1E0-BD90-E2AB-686AFA866172}"/>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Yes. The O3CPU achieved a Mean Issue Rate of 0.76 </a:t>
            </a:r>
            <a:r>
              <a:rPr lang="en-US" sz="1600" dirty="0" err="1"/>
              <a:t>Insts</a:t>
            </a:r>
            <a:r>
              <a:rPr lang="en-US" sz="1600" dirty="0"/>
              <a:t>/Cycle, meaning it issued close to one instruction every cycle on average, effectively using its available resources.</a:t>
            </a:r>
            <a:endParaRPr lang="ar-DZ" sz="1600" dirty="0"/>
          </a:p>
          <a:p>
            <a:pPr>
              <a:buFont typeface="Wingdings" panose="05000000000000000000" pitchFamily="2" charset="2"/>
              <a:buChar char="v"/>
            </a:pPr>
            <a:r>
              <a:rPr lang="en-US" sz="1600" dirty="0" err="1"/>
              <a:t>Insts</a:t>
            </a:r>
            <a:r>
              <a:rPr lang="en-US" sz="1600" dirty="0"/>
              <a:t>/Cycle: The average number of instructions actually issued to the functional units over the simulation.</a:t>
            </a:r>
            <a:endParaRPr lang="en-AE" sz="1600" dirty="0"/>
          </a:p>
        </p:txBody>
      </p:sp>
      <p:sp>
        <p:nvSpPr>
          <p:cNvPr id="7" name="Title 1">
            <a:extLst>
              <a:ext uri="{FF2B5EF4-FFF2-40B4-BE49-F238E27FC236}">
                <a16:creationId xmlns:a16="http://schemas.microsoft.com/office/drawing/2014/main" id="{4147496C-7366-7D70-62D0-6666859D73E6}"/>
              </a:ext>
            </a:extLst>
          </p:cNvPr>
          <p:cNvSpPr>
            <a:spLocks noGrp="1"/>
          </p:cNvSpPr>
          <p:nvPr>
            <p:ph type="title"/>
          </p:nvPr>
        </p:nvSpPr>
        <p:spPr>
          <a:xfrm>
            <a:off x="720725" y="444500"/>
            <a:ext cx="7702550" cy="573088"/>
          </a:xfrm>
        </p:spPr>
        <p:txBody>
          <a:bodyPr/>
          <a:lstStyle/>
          <a:p>
            <a:r>
              <a:rPr lang="en-US" sz="2400" dirty="0"/>
              <a:t>Did the O3CPU actually utilize its wide pipeline?</a:t>
            </a:r>
            <a:endParaRPr lang="en-AE" sz="2400" dirty="0"/>
          </a:p>
        </p:txBody>
      </p:sp>
      <p:pic>
        <p:nvPicPr>
          <p:cNvPr id="6" name="Picture 5">
            <a:extLst>
              <a:ext uri="{FF2B5EF4-FFF2-40B4-BE49-F238E27FC236}">
                <a16:creationId xmlns:a16="http://schemas.microsoft.com/office/drawing/2014/main" id="{58793C72-D934-387F-30CB-917B5F507B11}"/>
              </a:ext>
            </a:extLst>
          </p:cNvPr>
          <p:cNvPicPr>
            <a:picLocks noChangeAspect="1"/>
          </p:cNvPicPr>
          <p:nvPr/>
        </p:nvPicPr>
        <p:blipFill>
          <a:blip r:embed="rId2"/>
          <a:stretch>
            <a:fillRect/>
          </a:stretch>
        </p:blipFill>
        <p:spPr>
          <a:xfrm>
            <a:off x="689703" y="1834970"/>
            <a:ext cx="4282811" cy="26534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4047174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F1CF-0092-D0B1-889A-0712599B0EB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681B791-9012-7EC1-287B-7C1D3603479C}"/>
              </a:ext>
            </a:extLst>
          </p:cNvPr>
          <p:cNvSpPr>
            <a:spLocks noGrp="1"/>
          </p:cNvSpPr>
          <p:nvPr>
            <p:ph type="subTitle" idx="1"/>
          </p:nvPr>
        </p:nvSpPr>
        <p:spPr>
          <a:xfrm>
            <a:off x="4990683" y="1551482"/>
            <a:ext cx="3931574" cy="3220453"/>
          </a:xfrm>
        </p:spPr>
        <p:txBody>
          <a:bodyPr/>
          <a:lstStyle/>
          <a:p>
            <a:pPr>
              <a:buFont typeface="Wingdings" panose="05000000000000000000" pitchFamily="2" charset="2"/>
              <a:buChar char="v"/>
            </a:pPr>
            <a:r>
              <a:rPr lang="en-US" sz="1600" dirty="0"/>
              <a:t>The O3CPU issued 17,261 instructions to commit only 5,701 instructions (3x the committed work). </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This shows the extent of its aggressive speculative execution.</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Count: The total number of instructions entered into the pipeline, including those that may be later discarded.</a:t>
            </a:r>
            <a:endParaRPr lang="en-AE" sz="1600" dirty="0"/>
          </a:p>
        </p:txBody>
      </p:sp>
      <p:sp>
        <p:nvSpPr>
          <p:cNvPr id="7" name="Title 1">
            <a:extLst>
              <a:ext uri="{FF2B5EF4-FFF2-40B4-BE49-F238E27FC236}">
                <a16:creationId xmlns:a16="http://schemas.microsoft.com/office/drawing/2014/main" id="{5D97A9BC-0305-7388-E13B-46E9798AD80A}"/>
              </a:ext>
            </a:extLst>
          </p:cNvPr>
          <p:cNvSpPr>
            <a:spLocks noGrp="1"/>
          </p:cNvSpPr>
          <p:nvPr>
            <p:ph type="title"/>
          </p:nvPr>
        </p:nvSpPr>
        <p:spPr>
          <a:xfrm>
            <a:off x="720725" y="444500"/>
            <a:ext cx="7702550" cy="573088"/>
          </a:xfrm>
        </p:spPr>
        <p:txBody>
          <a:bodyPr/>
          <a:lstStyle/>
          <a:p>
            <a:r>
              <a:rPr lang="en-US" sz="2400" dirty="0"/>
              <a:t>How much speculative work did the O3CPU perform?</a:t>
            </a:r>
            <a:endParaRPr lang="en-AE" sz="2400" dirty="0"/>
          </a:p>
        </p:txBody>
      </p:sp>
      <p:pic>
        <p:nvPicPr>
          <p:cNvPr id="4" name="Picture 3">
            <a:extLst>
              <a:ext uri="{FF2B5EF4-FFF2-40B4-BE49-F238E27FC236}">
                <a16:creationId xmlns:a16="http://schemas.microsoft.com/office/drawing/2014/main" id="{27BD3D0D-614C-C90D-2E11-A5CE79610952}"/>
              </a:ext>
            </a:extLst>
          </p:cNvPr>
          <p:cNvPicPr>
            <a:picLocks noChangeAspect="1"/>
          </p:cNvPicPr>
          <p:nvPr/>
        </p:nvPicPr>
        <p:blipFill>
          <a:blip r:embed="rId2"/>
          <a:stretch>
            <a:fillRect/>
          </a:stretch>
        </p:blipFill>
        <p:spPr>
          <a:xfrm>
            <a:off x="720725" y="1713267"/>
            <a:ext cx="3851275" cy="30586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5222180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E166C-0A16-F026-40C9-D05882B7E5F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66AF673E-3E6F-3B2D-A1F1-EF4B7DA1562C}"/>
              </a:ext>
            </a:extLst>
          </p:cNvPr>
          <p:cNvSpPr>
            <a:spLocks noGrp="1"/>
          </p:cNvSpPr>
          <p:nvPr>
            <p:ph type="subTitle" idx="1"/>
          </p:nvPr>
        </p:nvSpPr>
        <p:spPr>
          <a:xfrm>
            <a:off x="4990683" y="1478547"/>
            <a:ext cx="3931574" cy="3220453"/>
          </a:xfrm>
        </p:spPr>
        <p:txBody>
          <a:bodyPr/>
          <a:lstStyle/>
          <a:p>
            <a:pPr>
              <a:buFont typeface="Wingdings" panose="05000000000000000000" pitchFamily="2" charset="2"/>
              <a:buChar char="v"/>
            </a:pPr>
            <a:r>
              <a:rPr lang="en-US" sz="1600" dirty="0"/>
              <a:t>Yes. Both cores committed virtually the same number of instructions (5,714 vs. 5,701), validating the comparison base.</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Count: The final number of instructions that permanently updated the program state.</a:t>
            </a:r>
            <a:endParaRPr lang="en-AE" sz="1600" dirty="0"/>
          </a:p>
        </p:txBody>
      </p:sp>
      <p:sp>
        <p:nvSpPr>
          <p:cNvPr id="7" name="Title 1">
            <a:extLst>
              <a:ext uri="{FF2B5EF4-FFF2-40B4-BE49-F238E27FC236}">
                <a16:creationId xmlns:a16="http://schemas.microsoft.com/office/drawing/2014/main" id="{9D7661C7-F052-F821-BAEC-51A6EA49475A}"/>
              </a:ext>
            </a:extLst>
          </p:cNvPr>
          <p:cNvSpPr>
            <a:spLocks noGrp="1"/>
          </p:cNvSpPr>
          <p:nvPr>
            <p:ph type="title"/>
          </p:nvPr>
        </p:nvSpPr>
        <p:spPr>
          <a:xfrm>
            <a:off x="720725" y="444500"/>
            <a:ext cx="7702550" cy="573088"/>
          </a:xfrm>
        </p:spPr>
        <p:txBody>
          <a:bodyPr/>
          <a:lstStyle/>
          <a:p>
            <a:r>
              <a:rPr lang="en-US" sz="2400" dirty="0"/>
              <a:t>Did the workload remain consistent across both simulations?</a:t>
            </a:r>
            <a:endParaRPr lang="en-AE" sz="2400" dirty="0"/>
          </a:p>
        </p:txBody>
      </p:sp>
      <p:pic>
        <p:nvPicPr>
          <p:cNvPr id="9" name="Picture 8">
            <a:extLst>
              <a:ext uri="{FF2B5EF4-FFF2-40B4-BE49-F238E27FC236}">
                <a16:creationId xmlns:a16="http://schemas.microsoft.com/office/drawing/2014/main" id="{FA467A57-7FE2-684F-6B0F-685C39424BED}"/>
              </a:ext>
            </a:extLst>
          </p:cNvPr>
          <p:cNvPicPr>
            <a:picLocks noChangeAspect="1"/>
          </p:cNvPicPr>
          <p:nvPr/>
        </p:nvPicPr>
        <p:blipFill>
          <a:blip r:embed="rId2"/>
          <a:stretch>
            <a:fillRect/>
          </a:stretch>
        </p:blipFill>
        <p:spPr>
          <a:xfrm>
            <a:off x="1171584" y="1674096"/>
            <a:ext cx="3707714" cy="240712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7624852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F7F53-8F02-DA0B-F4C6-792E027D0F6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BBE9D371-3010-731D-23B3-6F8A820726FD}"/>
              </a:ext>
            </a:extLst>
          </p:cNvPr>
          <p:cNvSpPr>
            <a:spLocks noGrp="1"/>
          </p:cNvSpPr>
          <p:nvPr>
            <p:ph type="subTitle" idx="1"/>
          </p:nvPr>
        </p:nvSpPr>
        <p:spPr>
          <a:xfrm>
            <a:off x="4990683" y="1478547"/>
            <a:ext cx="3931574" cy="3220453"/>
          </a:xfrm>
        </p:spPr>
        <p:txBody>
          <a:bodyPr/>
          <a:lstStyle/>
          <a:p>
            <a:pPr>
              <a:buFont typeface="Wingdings" panose="05000000000000000000" pitchFamily="2" charset="2"/>
              <a:buChar char="v"/>
            </a:pPr>
            <a:r>
              <a:rPr lang="en-US" sz="1600" dirty="0"/>
              <a:t>Only 33 instructions were squashed (discarded) due to incorrect branch predictions, confirming that the speculative execution was highly efficient.	</a:t>
            </a:r>
            <a:endParaRPr lang="ar-DZ" sz="1600" dirty="0"/>
          </a:p>
          <a:p>
            <a:pPr>
              <a:buFont typeface="Wingdings" panose="05000000000000000000" pitchFamily="2" charset="2"/>
              <a:buChar char="v"/>
            </a:pPr>
            <a:endParaRPr lang="ar-DZ" sz="1600" dirty="0"/>
          </a:p>
          <a:p>
            <a:pPr>
              <a:buFont typeface="Wingdings" panose="05000000000000000000" pitchFamily="2" charset="2"/>
              <a:buChar char="v"/>
            </a:pPr>
            <a:r>
              <a:rPr lang="en-US" sz="1600" dirty="0"/>
              <a:t>Count: The number of instructions that had to be canceled and flushed from the pipeline due to a wrong prediction.</a:t>
            </a:r>
            <a:endParaRPr lang="en-AE" sz="1600" dirty="0"/>
          </a:p>
        </p:txBody>
      </p:sp>
      <p:sp>
        <p:nvSpPr>
          <p:cNvPr id="7" name="Title 1">
            <a:extLst>
              <a:ext uri="{FF2B5EF4-FFF2-40B4-BE49-F238E27FC236}">
                <a16:creationId xmlns:a16="http://schemas.microsoft.com/office/drawing/2014/main" id="{05AD8122-2A36-7E2C-7A0C-4F20C087D9C8}"/>
              </a:ext>
            </a:extLst>
          </p:cNvPr>
          <p:cNvSpPr>
            <a:spLocks noGrp="1"/>
          </p:cNvSpPr>
          <p:nvPr>
            <p:ph type="title"/>
          </p:nvPr>
        </p:nvSpPr>
        <p:spPr>
          <a:xfrm>
            <a:off x="720725" y="444500"/>
            <a:ext cx="7702550" cy="573088"/>
          </a:xfrm>
        </p:spPr>
        <p:txBody>
          <a:bodyPr/>
          <a:lstStyle/>
          <a:p>
            <a:r>
              <a:rPr lang="en-US" sz="2400" dirty="0"/>
              <a:t>What was the cost of speculation (misprediction)?</a:t>
            </a:r>
            <a:endParaRPr lang="en-AE" sz="2400" dirty="0"/>
          </a:p>
        </p:txBody>
      </p:sp>
      <p:pic>
        <p:nvPicPr>
          <p:cNvPr id="4" name="Picture 3">
            <a:extLst>
              <a:ext uri="{FF2B5EF4-FFF2-40B4-BE49-F238E27FC236}">
                <a16:creationId xmlns:a16="http://schemas.microsoft.com/office/drawing/2014/main" id="{CE01CF6C-EC56-861E-AB82-2FDB9DA255B4}"/>
              </a:ext>
            </a:extLst>
          </p:cNvPr>
          <p:cNvPicPr>
            <a:picLocks noChangeAspect="1"/>
          </p:cNvPicPr>
          <p:nvPr/>
        </p:nvPicPr>
        <p:blipFill>
          <a:blip r:embed="rId2"/>
          <a:stretch>
            <a:fillRect/>
          </a:stretch>
        </p:blipFill>
        <p:spPr>
          <a:xfrm>
            <a:off x="908101" y="1599574"/>
            <a:ext cx="3432593" cy="264830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9759745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5">
          <a:extLst>
            <a:ext uri="{FF2B5EF4-FFF2-40B4-BE49-F238E27FC236}">
              <a16:creationId xmlns:a16="http://schemas.microsoft.com/office/drawing/2014/main" id="{BCB0BE7C-632D-3070-139C-9412E0AECB47}"/>
            </a:ext>
          </a:extLst>
        </p:cNvPr>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281BC9CD-1E69-1FC1-AE8E-E3CADF995FEA}"/>
              </a:ext>
            </a:extLst>
          </p:cNvPr>
          <p:cNvPicPr>
            <a:picLocks noChangeAspect="1"/>
          </p:cNvPicPr>
          <p:nvPr/>
        </p:nvPicPr>
        <p:blipFill>
          <a:blip r:embed="rId3"/>
          <a:stretch>
            <a:fillRect/>
          </a:stretch>
        </p:blipFill>
        <p:spPr>
          <a:xfrm>
            <a:off x="620686" y="435698"/>
            <a:ext cx="7902625" cy="45162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Google Shape;687;p32">
            <a:extLst>
              <a:ext uri="{FF2B5EF4-FFF2-40B4-BE49-F238E27FC236}">
                <a16:creationId xmlns:a16="http://schemas.microsoft.com/office/drawing/2014/main" id="{74385144-FB04-CCD7-9533-53ADFEA2655F}"/>
              </a:ext>
            </a:extLst>
          </p:cNvPr>
          <p:cNvSpPr txBox="1">
            <a:spLocks noGrp="1"/>
          </p:cNvSpPr>
          <p:nvPr>
            <p:ph type="title"/>
          </p:nvPr>
        </p:nvSpPr>
        <p:spPr>
          <a:xfrm>
            <a:off x="720724" y="-137390"/>
            <a:ext cx="7702550" cy="573088"/>
          </a:xfrm>
          <a:prstGeom prst="rect">
            <a:avLst/>
          </a:prstGeom>
        </p:spPr>
        <p:txBody>
          <a:bodyPr spcFirstLastPara="1" wrap="square" lIns="91425" tIns="91425" rIns="91425" bIns="91425" anchor="t" anchorCtr="0">
            <a:noAutofit/>
          </a:bodyPr>
          <a:lstStyle/>
          <a:p>
            <a:pPr lvl="0"/>
            <a:r>
              <a:rPr lang="en-AE" dirty="0"/>
              <a:t>Summary</a:t>
            </a:r>
            <a:endParaRPr dirty="0"/>
          </a:p>
        </p:txBody>
      </p:sp>
    </p:spTree>
    <p:extLst>
      <p:ext uri="{BB962C8B-B14F-4D97-AF65-F5344CB8AC3E}">
        <p14:creationId xmlns:p14="http://schemas.microsoft.com/office/powerpoint/2010/main" val="357172618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5">
          <a:extLst>
            <a:ext uri="{FF2B5EF4-FFF2-40B4-BE49-F238E27FC236}">
              <a16:creationId xmlns:a16="http://schemas.microsoft.com/office/drawing/2014/main" id="{B7D71A85-F7A2-959A-0753-9B8FD6055C92}"/>
            </a:ext>
          </a:extLst>
        </p:cNvPr>
        <p:cNvGrpSpPr/>
        <p:nvPr/>
      </p:nvGrpSpPr>
      <p:grpSpPr>
        <a:xfrm>
          <a:off x="0" y="0"/>
          <a:ext cx="0" cy="0"/>
          <a:chOff x="0" y="0"/>
          <a:chExt cx="0" cy="0"/>
        </a:xfrm>
      </p:grpSpPr>
      <p:sp>
        <p:nvSpPr>
          <p:cNvPr id="687" name="Google Shape;687;p32">
            <a:extLst>
              <a:ext uri="{FF2B5EF4-FFF2-40B4-BE49-F238E27FC236}">
                <a16:creationId xmlns:a16="http://schemas.microsoft.com/office/drawing/2014/main" id="{5E173D20-BFF2-7137-79CE-20C01050479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O3CPU Operation </a:t>
            </a:r>
            <a:r>
              <a:rPr lang="en-AE" dirty="0"/>
              <a:t>Analysis</a:t>
            </a:r>
            <a:r>
              <a:rPr lang="en" dirty="0"/>
              <a:t> </a:t>
            </a:r>
            <a:endParaRPr dirty="0"/>
          </a:p>
        </p:txBody>
      </p:sp>
      <p:pic>
        <p:nvPicPr>
          <p:cNvPr id="3" name="Picture 2" descr="A black background with colorful squares&#10;&#10;AI-generated content may be incorrect.">
            <a:extLst>
              <a:ext uri="{FF2B5EF4-FFF2-40B4-BE49-F238E27FC236}">
                <a16:creationId xmlns:a16="http://schemas.microsoft.com/office/drawing/2014/main" id="{081F1218-F994-C687-4D0B-D14E28F19BA5}"/>
              </a:ext>
            </a:extLst>
          </p:cNvPr>
          <p:cNvPicPr>
            <a:picLocks noChangeAspect="1"/>
          </p:cNvPicPr>
          <p:nvPr/>
        </p:nvPicPr>
        <p:blipFill>
          <a:blip r:embed="rId3"/>
          <a:stretch>
            <a:fillRect/>
          </a:stretch>
        </p:blipFill>
        <p:spPr>
          <a:xfrm>
            <a:off x="2330197" y="1237307"/>
            <a:ext cx="3894157" cy="2865368"/>
          </a:xfrm>
          <a:prstGeom prst="rect">
            <a:avLst/>
          </a:prstGeom>
        </p:spPr>
      </p:pic>
    </p:spTree>
    <p:extLst>
      <p:ext uri="{BB962C8B-B14F-4D97-AF65-F5344CB8AC3E}">
        <p14:creationId xmlns:p14="http://schemas.microsoft.com/office/powerpoint/2010/main" val="61533321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42D07EC2-A251-E372-404E-E80D7AF0997B}"/>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09F8ADEF-FDF9-A330-8F25-717A232B7A17}"/>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F2B630DA-9D61-5F4D-392A-08A5B79B5D39}"/>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9D39F1A5-36B3-B417-0BCD-D113BB7C8404}"/>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4D50F0A3-CA84-6A80-135D-0E793308B58A}"/>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97B31919-4D13-F317-CEC6-ACAEF2704AD9}"/>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E48D704C-0A6D-8F06-5A45-EBDBD433FB0A}"/>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68FD7C78-595B-58CD-206B-4959AE907CAB}"/>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40269CAA-FE94-6087-D427-601BCAD61893}"/>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1D5356C1-36A0-B566-52D8-93AC605A68EA}"/>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CDED3ECD-3874-E1AB-92F0-6FEA20B6FC87}"/>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B0CAA11B-1078-5F3A-24EE-9E39AE58233D}"/>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7534FA38-A17F-C493-6C86-8ECDE31D193A}"/>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BEBC7E54-A868-F254-E6F9-5D998683AE47}"/>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3D5E12E8-18C6-3271-B3A9-AC489DD4B239}"/>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BBF740C5-8191-E1DD-6FD2-C9F7A27CD559}"/>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78DCC939-F401-DD24-71B0-D372AFFBB3FD}"/>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31DF7648-AE19-A974-6F70-BADBAE1F21E3}"/>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5E1D38EB-92A8-491A-78E9-FF4165F9297B}"/>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229F62C9-6769-6D9B-F837-7A5C7A00C6FB}"/>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A226EBFF-50FC-92CB-7D9C-F48710300E46}"/>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12A00478-BDB7-0556-4757-552200AC5259}"/>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B3AD8DF6-2850-E7A9-F2C3-3CFE6EB123EB}"/>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D03915CA-65A6-C85D-A02E-2591BAC0C1AC}"/>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2C9FAACF-AEA7-BD81-1191-B44A75665A87}"/>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5F357F86-C8D5-1AA6-DFEC-3E01372300E1}"/>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1E73A3AE-69A2-E8EE-1A42-FE9F58D4F43D}"/>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E22B2CBA-E928-ABA1-F5B3-8C705D30A2C4}"/>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9F06E714-5A76-1F99-5C1D-597BD2E18EBE}"/>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FB712056-77A8-1120-A93A-928E847A4C95}"/>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945D3356-9A13-27EB-ABED-74F7F353E2BB}"/>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9135EC66-C1B0-ED69-7DB4-D445DF364E26}"/>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226BD609-06CE-DC26-E838-B20589DEF647}"/>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B2BA22DF-C52D-2FA1-4934-5699FAACB7E7}"/>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57EFFD4A-5552-4B14-8152-356759438B66}"/>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B8F1AD60-A4DC-144B-35E4-BF7468D930B4}"/>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1EC7FE91-6E15-1A75-21B9-E76A79E6B379}"/>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80BDD021-4AD8-3779-BE4B-19B01CD79917}"/>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069DE0D0-C0D6-F6D5-4077-803449238808}"/>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875CA2C0-8294-781F-3B90-70236BD4633F}"/>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868118D3-CF45-8A53-3016-31911641B3BF}"/>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1E247CD1-FA3F-9312-2571-CC1A664C8856}"/>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33889291-FDC6-4DC3-E686-27694E2FAD0F}"/>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FDDDCD10-3F04-A026-86FC-89D49AB8D1E2}"/>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65BF82EA-B8FC-50D4-AB5E-D4294E8B9A64}"/>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B44D8DA7-1874-E53E-8C5F-CCB65FB0378B}"/>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48542F0B-C76F-2D85-7ADA-0661EA7FAEA5}"/>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ADC83C3B-9830-20EC-04A3-12F52E0FC6A9}"/>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0F9C95F9-7075-883D-AE21-949FA1C28D6A}"/>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66C93746-8477-139E-3C8F-CA3F77CB1BE9}"/>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2A4A60F4-9F3A-338F-D0E0-EAFBD6027180}"/>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E6605541-4B4E-6008-AE6F-59641196EC48}"/>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A0C012AE-1D91-6774-E7C1-554375F496D4}"/>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A9BF32CA-FAA2-F09C-0115-F6FFC80BDD25}"/>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543D65D2-16F4-8BAB-C63C-B080D58CE13E}"/>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C36ECB90-4321-26AD-4433-FDCEF16999A7}"/>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EFA023E8-FBCE-DF31-6CA8-6EA79795EA6E}"/>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39341DD8-16CB-A37E-338A-A2EED635171C}"/>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9D762F52-CADA-F80C-F53A-9C6B2C03FB22}"/>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365AF85E-5B8B-4CE1-099B-D5C8956BC235}"/>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85AB062A-41E1-7CA8-5914-B333B8DB2552}"/>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76EACD81-56F9-296A-8AD3-3B7B61513F60}"/>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49B226C2-20E2-972D-BA90-621F31EFD7AE}"/>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781274BB-071B-00B2-94E5-3925C2AFC984}"/>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867D3EB3-33A0-4979-07B6-1672109E8F6E}"/>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4C566360-3CF4-AAB6-D8A6-19D18562D666}"/>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A3600684-C1C6-C2A9-8658-94CA5F7ABBFE}"/>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17683A09-96BD-EC52-98A1-30C0271EAA80}"/>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F3B84BFC-A997-D943-7102-255EAA07C38E}"/>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5C9E458C-8F86-69BC-31C1-EF24C8E36B59}"/>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F2D4576C-03ED-AE36-7402-5A8D79A6EA51}"/>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33B59B2D-E3BF-CB04-68B3-401E55EE1FBF}"/>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E7A944FC-512F-8FF7-44A1-8AD7FF764E79}"/>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0902477F-2374-CC84-D192-BF85B741A584}"/>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F451E75A-3C25-7023-E514-F909A3946277}"/>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2BC68476-0830-D2B5-560E-A7EA2E422F64}"/>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ACDD1801-7715-52FC-3F1F-2AD2C61360D6}"/>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5E0E940D-21F9-640D-F938-5F0D6EA745DA}"/>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549B3977-CF02-4695-4435-BA34675A02D7}"/>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a:extLst>
              <a:ext uri="{FF2B5EF4-FFF2-40B4-BE49-F238E27FC236}">
                <a16:creationId xmlns:a16="http://schemas.microsoft.com/office/drawing/2014/main" id="{AB90912C-743C-AE7D-8D70-E1FF39B1E076}"/>
              </a:ext>
            </a:extLst>
          </p:cNvPr>
          <p:cNvSpPr txBox="1">
            <a:spLocks noGrp="1"/>
          </p:cNvSpPr>
          <p:nvPr>
            <p:ph type="title"/>
          </p:nvPr>
        </p:nvSpPr>
        <p:spPr>
          <a:xfrm>
            <a:off x="3485613" y="2204163"/>
            <a:ext cx="5496974" cy="1641600"/>
          </a:xfrm>
          <a:prstGeom prst="rect">
            <a:avLst/>
          </a:prstGeom>
        </p:spPr>
        <p:txBody>
          <a:bodyPr spcFirstLastPara="1" wrap="square" lIns="91425" tIns="91425" rIns="91425" bIns="91425" anchor="b" anchorCtr="0">
            <a:noAutofit/>
          </a:bodyPr>
          <a:lstStyle/>
          <a:p>
            <a:pPr lvl="0" algn="ctr"/>
            <a:r>
              <a:rPr lang="en-AE" dirty="0"/>
              <a:t>conclusion</a:t>
            </a:r>
          </a:p>
        </p:txBody>
      </p:sp>
      <p:sp>
        <p:nvSpPr>
          <p:cNvPr id="676" name="Google Shape;676;p31">
            <a:extLst>
              <a:ext uri="{FF2B5EF4-FFF2-40B4-BE49-F238E27FC236}">
                <a16:creationId xmlns:a16="http://schemas.microsoft.com/office/drawing/2014/main" id="{9BA0FE4B-117E-FED8-547A-0A1E693545D7}"/>
              </a:ext>
            </a:extLst>
          </p:cNvPr>
          <p:cNvSpPr txBox="1">
            <a:spLocks noGrp="1"/>
          </p:cNvSpPr>
          <p:nvPr>
            <p:ph type="title" idx="2"/>
          </p:nvPr>
        </p:nvSpPr>
        <p:spPr>
          <a:xfrm>
            <a:off x="4479075" y="1297738"/>
            <a:ext cx="1174800" cy="109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4</a:t>
            </a:r>
            <a:endParaRPr dirty="0"/>
          </a:p>
        </p:txBody>
      </p:sp>
      <p:pic>
        <p:nvPicPr>
          <p:cNvPr id="677" name="Google Shape;677;p31">
            <a:extLst>
              <a:ext uri="{FF2B5EF4-FFF2-40B4-BE49-F238E27FC236}">
                <a16:creationId xmlns:a16="http://schemas.microsoft.com/office/drawing/2014/main" id="{EB6D5684-AE0F-155B-1C19-567F337EA5B8}"/>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370B83D3-A255-8496-4B6E-1D1DE5E51437}"/>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221091D4-653F-C784-2464-8C89FE84E545}"/>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9003AEC6-FEEA-C8ED-A743-00840349D518}"/>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E0E49CAD-9510-D213-145C-ADAD818CED72}"/>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spTree>
    <p:extLst>
      <p:ext uri="{BB962C8B-B14F-4D97-AF65-F5344CB8AC3E}">
        <p14:creationId xmlns:p14="http://schemas.microsoft.com/office/powerpoint/2010/main" val="30205436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7164-7071-2AC5-3B87-CB1B73F703A2}"/>
              </a:ext>
            </a:extLst>
          </p:cNvPr>
          <p:cNvSpPr>
            <a:spLocks noGrp="1"/>
          </p:cNvSpPr>
          <p:nvPr>
            <p:ph type="title"/>
          </p:nvPr>
        </p:nvSpPr>
        <p:spPr/>
        <p:txBody>
          <a:bodyPr/>
          <a:lstStyle/>
          <a:p>
            <a:pPr algn="l"/>
            <a:r>
              <a:rPr lang="en-US" sz="2000" dirty="0"/>
              <a:t>- The </a:t>
            </a:r>
            <a:r>
              <a:rPr lang="en-US" sz="2000" dirty="0">
                <a:solidFill>
                  <a:srgbClr val="FF0000"/>
                </a:solidFill>
              </a:rPr>
              <a:t>O3CPU</a:t>
            </a:r>
            <a:r>
              <a:rPr lang="en-US" sz="2000" dirty="0"/>
              <a:t> can skip stalled instructions and execute others instead of waiting.</a:t>
            </a:r>
            <a:br>
              <a:rPr lang="en-US" sz="2000" dirty="0"/>
            </a:br>
            <a:br>
              <a:rPr lang="en-US" sz="2000" dirty="0"/>
            </a:br>
            <a:endParaRPr lang="en-AE" sz="2000" dirty="0"/>
          </a:p>
        </p:txBody>
      </p:sp>
    </p:spTree>
    <p:extLst>
      <p:ext uri="{BB962C8B-B14F-4D97-AF65-F5344CB8AC3E}">
        <p14:creationId xmlns:p14="http://schemas.microsoft.com/office/powerpoint/2010/main" val="4090286500"/>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E729-2552-4BAD-6E15-5F171B575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ED9BB-6747-98E3-0365-E6EB2E71E992}"/>
              </a:ext>
            </a:extLst>
          </p:cNvPr>
          <p:cNvSpPr>
            <a:spLocks noGrp="1"/>
          </p:cNvSpPr>
          <p:nvPr>
            <p:ph type="title"/>
          </p:nvPr>
        </p:nvSpPr>
        <p:spPr>
          <a:xfrm>
            <a:off x="2317949" y="1307100"/>
            <a:ext cx="5529401" cy="2529300"/>
          </a:xfrm>
        </p:spPr>
        <p:txBody>
          <a:bodyPr/>
          <a:lstStyle/>
          <a:p>
            <a:pPr algn="l"/>
            <a:r>
              <a:rPr lang="en-US" sz="2000" dirty="0"/>
              <a:t>The type of CPU has a significant </a:t>
            </a:r>
            <a:r>
              <a:rPr lang="en-US" sz="2000" dirty="0">
                <a:solidFill>
                  <a:srgbClr val="FF0000"/>
                </a:solidFill>
              </a:rPr>
              <a:t>impact</a:t>
            </a:r>
            <a:r>
              <a:rPr lang="en-US" sz="2000" dirty="0"/>
              <a:t> on:</a:t>
            </a:r>
            <a:br>
              <a:rPr lang="en-US" sz="2000" dirty="0"/>
            </a:br>
            <a:br>
              <a:rPr lang="en-US" sz="2000" dirty="0"/>
            </a:br>
            <a:r>
              <a:rPr lang="en-US" sz="2000" dirty="0"/>
              <a:t>- Program speed</a:t>
            </a:r>
            <a:br>
              <a:rPr lang="en-US" sz="2000" dirty="0"/>
            </a:br>
            <a:br>
              <a:rPr lang="en-US" sz="2000" dirty="0"/>
            </a:br>
            <a:r>
              <a:rPr lang="en-US" sz="2000" dirty="0"/>
              <a:t>- Performance </a:t>
            </a:r>
            <a:br>
              <a:rPr lang="en-US" sz="2000" dirty="0"/>
            </a:br>
            <a:br>
              <a:rPr lang="en-US" sz="2000" dirty="0"/>
            </a:br>
            <a:r>
              <a:rPr lang="en-US" sz="2000" dirty="0"/>
              <a:t>- efficiency</a:t>
            </a:r>
            <a:br>
              <a:rPr lang="en-US" sz="2000" dirty="0"/>
            </a:br>
            <a:br>
              <a:rPr lang="en-US" sz="2000" dirty="0"/>
            </a:br>
            <a:r>
              <a:rPr lang="en-US" sz="2000" dirty="0"/>
              <a:t>- Resource usage</a:t>
            </a:r>
            <a:br>
              <a:rPr lang="en-US" sz="2000" dirty="0"/>
            </a:br>
            <a:endParaRPr lang="en-AE" sz="2000" dirty="0"/>
          </a:p>
        </p:txBody>
      </p:sp>
    </p:spTree>
    <p:extLst>
      <p:ext uri="{BB962C8B-B14F-4D97-AF65-F5344CB8AC3E}">
        <p14:creationId xmlns:p14="http://schemas.microsoft.com/office/powerpoint/2010/main" val="105978869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77722-9AE6-6D0B-C126-90A9813FF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FE9A6-DEAA-DB8B-975B-CE4AD259D171}"/>
              </a:ext>
            </a:extLst>
          </p:cNvPr>
          <p:cNvSpPr>
            <a:spLocks noGrp="1"/>
          </p:cNvSpPr>
          <p:nvPr>
            <p:ph type="title"/>
          </p:nvPr>
        </p:nvSpPr>
        <p:spPr/>
        <p:txBody>
          <a:bodyPr/>
          <a:lstStyle/>
          <a:p>
            <a:pPr algn="l"/>
            <a:r>
              <a:rPr lang="en-US" sz="2000" dirty="0"/>
              <a:t>- O3 CPU achieved better results in most tests</a:t>
            </a:r>
            <a:br>
              <a:rPr lang="en-US" sz="2000" dirty="0"/>
            </a:br>
            <a:br>
              <a:rPr lang="en-US" sz="2000" dirty="0"/>
            </a:br>
            <a:r>
              <a:rPr lang="en-US" sz="2000" dirty="0"/>
              <a:t>- gem5 is an excellent tool for understanding CPU behavior</a:t>
            </a:r>
            <a:br>
              <a:rPr lang="en-US" sz="2000" dirty="0"/>
            </a:br>
            <a:br>
              <a:rPr lang="en-US" sz="2000" dirty="0"/>
            </a:br>
            <a:r>
              <a:rPr lang="en-US" sz="2000" dirty="0"/>
              <a:t>- VirtualBox provided a stable environment for simulation</a:t>
            </a:r>
            <a:endParaRPr lang="en-AE" sz="2000" dirty="0"/>
          </a:p>
        </p:txBody>
      </p:sp>
    </p:spTree>
    <p:extLst>
      <p:ext uri="{BB962C8B-B14F-4D97-AF65-F5344CB8AC3E}">
        <p14:creationId xmlns:p14="http://schemas.microsoft.com/office/powerpoint/2010/main" val="305995878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5C9BDEC3-9F13-E2B5-4153-335418EE64E2}"/>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BA450E61-6D25-B36B-D696-421B2EFD066A}"/>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DC2A15BE-1FEB-A204-8CC5-B58EA6D52C3A}"/>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69D15080-664D-C77B-F49A-EF48C6A7EF32}"/>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35A407AF-CE7A-7089-4E02-8ADE9A665C90}"/>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8E062CE2-5356-FF50-AD77-2E286658A343}"/>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48EEAEE4-D8F3-BCF4-F538-62C7B1677810}"/>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D17C69E9-27F0-C236-8A51-08828D514107}"/>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0C56CC47-2C88-1255-6078-D2CB30B0EE65}"/>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BE93669C-4226-5C88-60AF-78079F78E15A}"/>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C5FE6648-3D05-7761-6A56-9809447900E6}"/>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F9FDBFD0-5E75-6BE3-46AC-FF085C7CE666}"/>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5F3CBC20-5844-FF4E-194A-D94E06D330D0}"/>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4C033DE4-B800-8791-6769-CD5767298B63}"/>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1B7CD534-5F3E-C5CA-B099-7E39B67ABA09}"/>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AB8372F4-0165-58DB-F665-38E0EDF1FF2C}"/>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2E9E710F-B74B-E57E-543F-D0F2A4E0EA9E}"/>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D7CF751B-BBDB-371E-606D-08AB36194FF5}"/>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F2E1D1BA-BA07-F3CD-5DC9-748CE5E1223F}"/>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3EAFFF0F-1276-DBD2-BE99-293EB32E0604}"/>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B5214296-BC1B-F1CC-4945-51C06B97DB39}"/>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790F3016-8009-60A0-71C1-AB6558D075FD}"/>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03EB1EB8-81F4-2BCB-0384-4F35207D6E48}"/>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9C86AD58-2AA3-77B8-47DE-17554DCB1892}"/>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2B6288BD-E99B-8857-6B09-030C708316E6}"/>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CF0FE9C9-D20D-0BFE-77EB-F7C9048298EA}"/>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267A03BB-6DE6-DCDB-13EE-BA6D5DEB59F6}"/>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7000DB16-F893-C4EF-A7AD-29A04AC85611}"/>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F280B65A-28DD-9719-7BA0-EDABD2CF9BA4}"/>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A3848D3D-259F-809C-29DB-D51F84AEF67C}"/>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06F70142-F0FF-03DF-1250-352EADEC03C9}"/>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0BF35C99-95A1-5541-FAC1-4CC41E010D4B}"/>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EB1C2E4F-B0C5-086E-42F3-85E0AB078AC7}"/>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BFFED64D-2BE2-B887-BCF0-1A00356D9FDD}"/>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8C7329CE-70A6-7213-5C19-F3369B519B55}"/>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6C6C9062-3DD7-94F3-0A3A-442C4BEDE95C}"/>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661CE331-00C7-95BE-A122-95EE20496C08}"/>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A503DA06-9732-8458-03A2-769E2C2EABA8}"/>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6E8AFB89-BAF3-4DB1-85A8-B33BCC907C75}"/>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AD652038-470A-FF4F-35AE-3B65BB2EBFCA}"/>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02478DEF-7261-3B36-0351-0595672107CB}"/>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90BEF681-DD96-7233-902A-8B5CBCCFBFE2}"/>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2E1B88B4-0A83-58AC-F390-2CD7E2CD8067}"/>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478E30DA-FC87-1FE0-CABA-D622D608519B}"/>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35DE56F4-2BA1-1650-8F01-D516D5AE9699}"/>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1F364E2D-78E4-FD42-05FC-07B7A8AF04C8}"/>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129E3277-52A0-A95B-CFB1-C160C400A398}"/>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9198B121-DD24-73C2-E766-4AA923CA5EDF}"/>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99561D20-3785-D00D-4DE0-653BED38B5D5}"/>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D05A7CF4-656E-EB39-9230-C42AB011C2E0}"/>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FE4A35C6-760C-4C1F-445D-F71533D551B6}"/>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1D6DB85A-6973-79BC-6393-998F8C8D99EB}"/>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DABB4E06-CAFE-E9AC-390A-A7AB0F3E1144}"/>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712ABEB2-CFC2-F61D-76AB-243FAE3E59E2}"/>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71BAE8CC-FC72-5084-BCC6-C56A356C3C07}"/>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86B9679F-407A-5C13-2EF0-D4EDBFBAA12D}"/>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CC4F6A33-B81A-161F-5B6B-0DD5F6EB479C}"/>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EF26682B-36BF-D6F2-01D7-3A191AD2E8E2}"/>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4B47597E-EF97-410D-A1A1-EE8BD175F1F5}"/>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C6090AE6-2A06-EBFF-A01F-49B00F93049F}"/>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D11F3D8A-7B0D-920A-63E8-439AD888943A}"/>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D0ED0FB7-54F0-8DAE-C716-9097837F578E}"/>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BA9D2BB0-8626-70FC-991D-703C2B8BB9C3}"/>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4A58D1A4-DD48-105F-1B75-9E89FC0AF1FB}"/>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1609A64D-B361-008A-97CD-84926A52C389}"/>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5787F110-67D1-29A9-8172-E436C604F1F1}"/>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78D89234-542E-5A74-FF59-1F2756AC5CF8}"/>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EA6D79F1-916A-EA32-7927-A69F10F70EDE}"/>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F90CD525-93DC-5A5C-2918-B2ED87821364}"/>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70FB9F41-707A-A395-0BEA-0DAC1EEAAFCD}"/>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A0175420-8C09-22D8-549B-2CED53CC7AD0}"/>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4358CA48-BDC2-74AE-7EB8-B4A11990CF63}"/>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41F3CAD0-1C4E-17C6-2859-5901793213DE}"/>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7AB9A748-A743-0B4B-FAB1-D2565CE6A0DA}"/>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B2579F6E-E466-CFB6-C994-D2649C999724}"/>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4A1EE20E-2FE4-1F24-CDEE-74495FC373FE}"/>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DE6A0268-195E-288C-A5FA-E5BA873121DE}"/>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370360C9-FBCF-8571-85C6-4C91CEC2727F}"/>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10A74EF2-8320-5EF3-186F-AB96EA90D6A6}"/>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7" name="Google Shape;677;p31">
            <a:extLst>
              <a:ext uri="{FF2B5EF4-FFF2-40B4-BE49-F238E27FC236}">
                <a16:creationId xmlns:a16="http://schemas.microsoft.com/office/drawing/2014/main" id="{543C3F28-D415-BB50-F150-37E2E6CDB6F2}"/>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56DD81B5-3FDE-BB50-2B2F-E39B573BCF9B}"/>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B7FCCA9E-22EA-F983-6F83-50B712D3209C}"/>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D658012E-1C83-97A0-FBFB-A2A3AC79BA00}"/>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1EC57E56-8015-911E-D0CB-5361D57D4D3E}"/>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sp>
        <p:nvSpPr>
          <p:cNvPr id="2" name="Google Shape;1004;p46">
            <a:extLst>
              <a:ext uri="{FF2B5EF4-FFF2-40B4-BE49-F238E27FC236}">
                <a16:creationId xmlns:a16="http://schemas.microsoft.com/office/drawing/2014/main" id="{A6183D2E-A414-3956-540D-8C9C3863BBC1}"/>
              </a:ext>
            </a:extLst>
          </p:cNvPr>
          <p:cNvSpPr txBox="1">
            <a:spLocks/>
          </p:cNvSpPr>
          <p:nvPr/>
        </p:nvSpPr>
        <p:spPr>
          <a:xfrm>
            <a:off x="4818164" y="-57453"/>
            <a:ext cx="4769126" cy="1138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xanium SemiBold"/>
              <a:buNone/>
              <a:defRPr sz="5000" b="0" i="0" u="none" strike="noStrike" cap="none">
                <a:solidFill>
                  <a:schemeClr val="dk1"/>
                </a:solidFill>
                <a:latin typeface="Oxanium SemiBold"/>
                <a:ea typeface="Oxanium SemiBold"/>
                <a:cs typeface="Oxanium SemiBold"/>
                <a:sym typeface="Oxanium SemiBold"/>
              </a:defRPr>
            </a:lvl1pPr>
            <a:lvl2pPr marR="0" lvl="1"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2pPr>
            <a:lvl3pPr marR="0" lvl="2"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3pPr>
            <a:lvl4pPr marR="0" lvl="3"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4pPr>
            <a:lvl5pPr marR="0" lvl="4"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5pPr>
            <a:lvl6pPr marR="0" lvl="5"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6pPr>
            <a:lvl7pPr marR="0" lvl="6"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7pPr>
            <a:lvl8pPr marR="0" lvl="7"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8pPr>
            <a:lvl9pPr marR="0" lvl="8" algn="ctr" rtl="0">
              <a:lnSpc>
                <a:spcPct val="100000"/>
              </a:lnSpc>
              <a:spcBef>
                <a:spcPts val="0"/>
              </a:spcBef>
              <a:spcAft>
                <a:spcPts val="0"/>
              </a:spcAft>
              <a:buClr>
                <a:schemeClr val="dk1"/>
              </a:buClr>
              <a:buSzPts val="3600"/>
              <a:buFont typeface="Oxanium"/>
              <a:buNone/>
              <a:defRPr sz="3600" b="1" i="0" u="none" strike="noStrike" cap="none">
                <a:solidFill>
                  <a:schemeClr val="dk1"/>
                </a:solidFill>
                <a:latin typeface="Oxanium"/>
                <a:ea typeface="Oxanium"/>
                <a:cs typeface="Oxanium"/>
                <a:sym typeface="Oxanium"/>
              </a:defRPr>
            </a:lvl9pPr>
          </a:lstStyle>
          <a:p>
            <a:r>
              <a:rPr lang="en-AE"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supervisor</a:t>
            </a:r>
            <a:endParaRPr lang="en-AE" dirty="0"/>
          </a:p>
        </p:txBody>
      </p:sp>
      <p:sp>
        <p:nvSpPr>
          <p:cNvPr id="3" name="Rectangle 2">
            <a:extLst>
              <a:ext uri="{FF2B5EF4-FFF2-40B4-BE49-F238E27FC236}">
                <a16:creationId xmlns:a16="http://schemas.microsoft.com/office/drawing/2014/main" id="{DB5BDA85-AE86-ED60-A26B-F04EA0598716}"/>
              </a:ext>
            </a:extLst>
          </p:cNvPr>
          <p:cNvSpPr/>
          <p:nvPr/>
        </p:nvSpPr>
        <p:spPr>
          <a:xfrm>
            <a:off x="4712739" y="934285"/>
            <a:ext cx="4293559" cy="777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AE" sz="2400" b="1" dirty="0">
                <a:ln w="6600">
                  <a:solidFill>
                    <a:schemeClr val="accent2"/>
                  </a:solidFill>
                  <a:prstDash val="solid"/>
                </a:ln>
                <a:solidFill>
                  <a:srgbClr val="FFFFFF"/>
                </a:solidFill>
                <a:effectLst>
                  <a:outerShdw dist="38100" dir="2700000" algn="tl" rotWithShape="0">
                    <a:schemeClr val="accent2"/>
                  </a:outerShdw>
                </a:effectLst>
              </a:rPr>
              <a:t>Dr. Adnan Abu Asbah</a:t>
            </a:r>
          </a:p>
        </p:txBody>
      </p:sp>
      <p:sp>
        <p:nvSpPr>
          <p:cNvPr id="4" name="Google Shape;1004;p46">
            <a:extLst>
              <a:ext uri="{FF2B5EF4-FFF2-40B4-BE49-F238E27FC236}">
                <a16:creationId xmlns:a16="http://schemas.microsoft.com/office/drawing/2014/main" id="{FB20ABF4-CA63-483C-5ED7-533EB0168155}"/>
              </a:ext>
            </a:extLst>
          </p:cNvPr>
          <p:cNvSpPr txBox="1">
            <a:spLocks/>
          </p:cNvSpPr>
          <p:nvPr/>
        </p:nvSpPr>
        <p:spPr>
          <a:xfrm>
            <a:off x="4983792" y="1377203"/>
            <a:ext cx="4769126" cy="1138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Oxanium SemiBold"/>
              <a:buNone/>
              <a:defRPr sz="7200" b="0" i="0" u="none" strike="noStrike" cap="none">
                <a:solidFill>
                  <a:schemeClr val="dk1"/>
                </a:solidFill>
                <a:latin typeface="Oxanium SemiBold"/>
                <a:ea typeface="Oxanium SemiBold"/>
                <a:cs typeface="Oxanium SemiBold"/>
                <a:sym typeface="Oxanium SemiBold"/>
              </a:defRPr>
            </a:lvl1pPr>
            <a:lvl2pPr marR="0" lvl="1"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2pPr>
            <a:lvl3pPr marR="0" lvl="2"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3pPr>
            <a:lvl4pPr marR="0" lvl="3"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4pPr>
            <a:lvl5pPr marR="0" lvl="4"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5pPr>
            <a:lvl6pPr marR="0" lvl="5"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6pPr>
            <a:lvl7pPr marR="0" lvl="6"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7pPr>
            <a:lvl8pPr marR="0" lvl="7"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8pPr>
            <a:lvl9pPr marR="0" lvl="8" algn="ctr" rtl="0">
              <a:lnSpc>
                <a:spcPct val="100000"/>
              </a:lnSpc>
              <a:spcBef>
                <a:spcPts val="0"/>
              </a:spcBef>
              <a:spcAft>
                <a:spcPts val="0"/>
              </a:spcAft>
              <a:buClr>
                <a:schemeClr val="dk1"/>
              </a:buClr>
              <a:buSzPts val="3000"/>
              <a:buFont typeface="Oxanium"/>
              <a:buNone/>
              <a:defRPr sz="3000" b="1" i="0" u="none" strike="noStrike" cap="none">
                <a:solidFill>
                  <a:schemeClr val="dk1"/>
                </a:solidFill>
                <a:latin typeface="Oxanium"/>
                <a:ea typeface="Oxanium"/>
                <a:cs typeface="Oxanium"/>
                <a:sym typeface="Oxanium"/>
              </a:defRPr>
            </a:lvl9pPr>
          </a:lstStyle>
          <a:p>
            <a:r>
              <a:rPr lang="en-AE" dirty="0"/>
              <a:t>   </a:t>
            </a:r>
            <a:r>
              <a:rPr lang="en-AE" sz="5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Team</a:t>
            </a:r>
            <a:endParaRPr lang="en-AE" sz="5000" dirty="0"/>
          </a:p>
        </p:txBody>
      </p:sp>
      <p:sp>
        <p:nvSpPr>
          <p:cNvPr id="5" name="Rectangle 4">
            <a:extLst>
              <a:ext uri="{FF2B5EF4-FFF2-40B4-BE49-F238E27FC236}">
                <a16:creationId xmlns:a16="http://schemas.microsoft.com/office/drawing/2014/main" id="{87BB302A-3E13-C679-AC36-61E918B1C0C5}"/>
              </a:ext>
            </a:extLst>
          </p:cNvPr>
          <p:cNvSpPr/>
          <p:nvPr/>
        </p:nvSpPr>
        <p:spPr>
          <a:xfrm>
            <a:off x="4627818" y="2625640"/>
            <a:ext cx="4378847" cy="13991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AE" sz="2400" b="1" dirty="0">
                <a:ln w="6600">
                  <a:solidFill>
                    <a:schemeClr val="accent2"/>
                  </a:solidFill>
                  <a:prstDash val="solid"/>
                </a:ln>
                <a:solidFill>
                  <a:srgbClr val="FFFFFF"/>
                </a:solidFill>
                <a:effectLst>
                  <a:outerShdw dist="38100" dir="2700000" algn="tl" rotWithShape="0">
                    <a:schemeClr val="accent2"/>
                  </a:outerShdw>
                </a:effectLst>
              </a:rPr>
              <a:t>Sajed Kittanh</a:t>
            </a:r>
          </a:p>
          <a:p>
            <a:pPr algn="ctr"/>
            <a:r>
              <a:rPr lang="en-AE" sz="2400" b="1" dirty="0">
                <a:ln w="6600">
                  <a:solidFill>
                    <a:schemeClr val="accent2"/>
                  </a:solidFill>
                  <a:prstDash val="solid"/>
                </a:ln>
                <a:solidFill>
                  <a:srgbClr val="FFFFFF"/>
                </a:solidFill>
                <a:effectLst>
                  <a:outerShdw dist="38100" dir="2700000" algn="tl" rotWithShape="0">
                    <a:schemeClr val="accent2"/>
                  </a:outerShdw>
                </a:effectLst>
              </a:rPr>
              <a:t>Mustafa Jarrar</a:t>
            </a:r>
          </a:p>
          <a:p>
            <a:pPr algn="ctr"/>
            <a:r>
              <a:rPr lang="en-AE" sz="2400" b="1" dirty="0">
                <a:ln w="6600">
                  <a:solidFill>
                    <a:schemeClr val="accent2"/>
                  </a:solidFill>
                  <a:prstDash val="solid"/>
                </a:ln>
                <a:solidFill>
                  <a:srgbClr val="FFFFFF"/>
                </a:solidFill>
                <a:effectLst>
                  <a:outerShdw dist="38100" dir="2700000" algn="tl" rotWithShape="0">
                    <a:schemeClr val="accent2"/>
                  </a:outerShdw>
                </a:effectLst>
              </a:rPr>
              <a:t>Jameel Hamarsheh</a:t>
            </a:r>
          </a:p>
        </p:txBody>
      </p:sp>
    </p:spTree>
    <p:extLst>
      <p:ext uri="{BB962C8B-B14F-4D97-AF65-F5344CB8AC3E}">
        <p14:creationId xmlns:p14="http://schemas.microsoft.com/office/powerpoint/2010/main" val="263610487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96">
          <a:extLst>
            <a:ext uri="{FF2B5EF4-FFF2-40B4-BE49-F238E27FC236}">
              <a16:creationId xmlns:a16="http://schemas.microsoft.com/office/drawing/2014/main" id="{CF1AFD9A-5384-CC76-9BC4-D8B8628C39F4}"/>
            </a:ext>
          </a:extLst>
        </p:cNvPr>
        <p:cNvGrpSpPr/>
        <p:nvPr/>
      </p:nvGrpSpPr>
      <p:grpSpPr>
        <a:xfrm>
          <a:off x="0" y="0"/>
          <a:ext cx="0" cy="0"/>
          <a:chOff x="0" y="0"/>
          <a:chExt cx="0" cy="0"/>
        </a:xfrm>
      </p:grpSpPr>
      <p:grpSp>
        <p:nvGrpSpPr>
          <p:cNvPr id="597" name="Google Shape;597;p31">
            <a:extLst>
              <a:ext uri="{FF2B5EF4-FFF2-40B4-BE49-F238E27FC236}">
                <a16:creationId xmlns:a16="http://schemas.microsoft.com/office/drawing/2014/main" id="{24F2CE73-65E5-89C5-33CD-3F07E468DEDE}"/>
              </a:ext>
            </a:extLst>
          </p:cNvPr>
          <p:cNvGrpSpPr/>
          <p:nvPr/>
        </p:nvGrpSpPr>
        <p:grpSpPr>
          <a:xfrm>
            <a:off x="-1001823" y="-1502567"/>
            <a:ext cx="8512454" cy="7719180"/>
            <a:chOff x="-1001823" y="-1502567"/>
            <a:chExt cx="8512454" cy="7719180"/>
          </a:xfrm>
        </p:grpSpPr>
        <p:grpSp>
          <p:nvGrpSpPr>
            <p:cNvPr id="598" name="Google Shape;598;p31">
              <a:extLst>
                <a:ext uri="{FF2B5EF4-FFF2-40B4-BE49-F238E27FC236}">
                  <a16:creationId xmlns:a16="http://schemas.microsoft.com/office/drawing/2014/main" id="{5500B976-EBD0-6512-F317-2C2E3AD8E7B9}"/>
                </a:ext>
              </a:extLst>
            </p:cNvPr>
            <p:cNvGrpSpPr/>
            <p:nvPr/>
          </p:nvGrpSpPr>
          <p:grpSpPr>
            <a:xfrm rot="5400000">
              <a:off x="921711" y="811029"/>
              <a:ext cx="496972" cy="2501635"/>
              <a:chOff x="7450114" y="-1031841"/>
              <a:chExt cx="496972" cy="2501635"/>
            </a:xfrm>
          </p:grpSpPr>
          <p:sp>
            <p:nvSpPr>
              <p:cNvPr id="599" name="Google Shape;599;p31">
                <a:extLst>
                  <a:ext uri="{FF2B5EF4-FFF2-40B4-BE49-F238E27FC236}">
                    <a16:creationId xmlns:a16="http://schemas.microsoft.com/office/drawing/2014/main" id="{C8FDD7ED-03DF-CDEB-856A-EE172F78EB98}"/>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BBCEDA2E-47AF-01D1-D422-2FC6E12775A5}"/>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8D816027-2748-0E0E-F0DE-A5B13ECBE550}"/>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 name="Google Shape;602;p31">
              <a:extLst>
                <a:ext uri="{FF2B5EF4-FFF2-40B4-BE49-F238E27FC236}">
                  <a16:creationId xmlns:a16="http://schemas.microsoft.com/office/drawing/2014/main" id="{3E0BDE91-9AD7-28CD-C94C-17E7D1DFBB1E}"/>
                </a:ext>
              </a:extLst>
            </p:cNvPr>
            <p:cNvGrpSpPr/>
            <p:nvPr/>
          </p:nvGrpSpPr>
          <p:grpSpPr>
            <a:xfrm rot="10800000" flipH="1">
              <a:off x="-1001823" y="225975"/>
              <a:ext cx="3193886" cy="1373983"/>
              <a:chOff x="3986591" y="3584814"/>
              <a:chExt cx="3193886" cy="1373983"/>
            </a:xfrm>
          </p:grpSpPr>
          <p:sp>
            <p:nvSpPr>
              <p:cNvPr id="603" name="Google Shape;603;p31">
                <a:extLst>
                  <a:ext uri="{FF2B5EF4-FFF2-40B4-BE49-F238E27FC236}">
                    <a16:creationId xmlns:a16="http://schemas.microsoft.com/office/drawing/2014/main" id="{E8480910-249D-1F7A-5798-345F53D3448E}"/>
                  </a:ext>
                </a:extLst>
              </p:cNvPr>
              <p:cNvSpPr/>
              <p:nvPr/>
            </p:nvSpPr>
            <p:spPr>
              <a:xfrm>
                <a:off x="3986591" y="3584814"/>
                <a:ext cx="2807407" cy="989591"/>
              </a:xfrm>
              <a:custGeom>
                <a:avLst/>
                <a:gdLst/>
                <a:ahLst/>
                <a:cxnLst/>
                <a:rect l="l" t="t" r="r" b="b"/>
                <a:pathLst>
                  <a:path w="61919" h="21826" extrusionOk="0">
                    <a:moveTo>
                      <a:pt x="61684" y="0"/>
                    </a:moveTo>
                    <a:lnTo>
                      <a:pt x="61637" y="47"/>
                    </a:lnTo>
                    <a:lnTo>
                      <a:pt x="61590" y="94"/>
                    </a:lnTo>
                    <a:lnTo>
                      <a:pt x="61590" y="187"/>
                    </a:lnTo>
                    <a:lnTo>
                      <a:pt x="61590" y="281"/>
                    </a:lnTo>
                    <a:lnTo>
                      <a:pt x="61684" y="328"/>
                    </a:lnTo>
                    <a:lnTo>
                      <a:pt x="61684" y="375"/>
                    </a:lnTo>
                    <a:lnTo>
                      <a:pt x="61684" y="3560"/>
                    </a:lnTo>
                    <a:lnTo>
                      <a:pt x="61684" y="8665"/>
                    </a:lnTo>
                    <a:lnTo>
                      <a:pt x="61684" y="11241"/>
                    </a:lnTo>
                    <a:lnTo>
                      <a:pt x="61684" y="12505"/>
                    </a:lnTo>
                    <a:lnTo>
                      <a:pt x="61684" y="13161"/>
                    </a:lnTo>
                    <a:lnTo>
                      <a:pt x="61684" y="13302"/>
                    </a:lnTo>
                    <a:lnTo>
                      <a:pt x="61684" y="13348"/>
                    </a:lnTo>
                    <a:lnTo>
                      <a:pt x="61637" y="13348"/>
                    </a:lnTo>
                    <a:lnTo>
                      <a:pt x="61590" y="13395"/>
                    </a:lnTo>
                    <a:lnTo>
                      <a:pt x="61403" y="13629"/>
                    </a:lnTo>
                    <a:lnTo>
                      <a:pt x="57094" y="17892"/>
                    </a:lnTo>
                    <a:lnTo>
                      <a:pt x="54940" y="20046"/>
                    </a:lnTo>
                    <a:lnTo>
                      <a:pt x="53862" y="21123"/>
                    </a:lnTo>
                    <a:lnTo>
                      <a:pt x="53628" y="21404"/>
                    </a:lnTo>
                    <a:lnTo>
                      <a:pt x="53488" y="21545"/>
                    </a:lnTo>
                    <a:lnTo>
                      <a:pt x="53441" y="21592"/>
                    </a:lnTo>
                    <a:lnTo>
                      <a:pt x="328" y="21592"/>
                    </a:lnTo>
                    <a:lnTo>
                      <a:pt x="281" y="21498"/>
                    </a:lnTo>
                    <a:lnTo>
                      <a:pt x="94" y="21498"/>
                    </a:lnTo>
                    <a:lnTo>
                      <a:pt x="47" y="21545"/>
                    </a:lnTo>
                    <a:lnTo>
                      <a:pt x="0" y="21592"/>
                    </a:lnTo>
                    <a:lnTo>
                      <a:pt x="0" y="21638"/>
                    </a:lnTo>
                    <a:lnTo>
                      <a:pt x="0" y="21732"/>
                    </a:lnTo>
                    <a:lnTo>
                      <a:pt x="47" y="21779"/>
                    </a:lnTo>
                    <a:lnTo>
                      <a:pt x="94" y="21826"/>
                    </a:lnTo>
                    <a:lnTo>
                      <a:pt x="281" y="21826"/>
                    </a:lnTo>
                    <a:lnTo>
                      <a:pt x="328" y="21732"/>
                    </a:lnTo>
                    <a:lnTo>
                      <a:pt x="53535" y="21732"/>
                    </a:lnTo>
                    <a:lnTo>
                      <a:pt x="53581" y="21638"/>
                    </a:lnTo>
                    <a:lnTo>
                      <a:pt x="53722" y="21498"/>
                    </a:lnTo>
                    <a:lnTo>
                      <a:pt x="54003" y="21264"/>
                    </a:lnTo>
                    <a:lnTo>
                      <a:pt x="55080" y="20187"/>
                    </a:lnTo>
                    <a:lnTo>
                      <a:pt x="57235" y="18032"/>
                    </a:lnTo>
                    <a:lnTo>
                      <a:pt x="61497" y="13723"/>
                    </a:lnTo>
                    <a:lnTo>
                      <a:pt x="61731" y="13536"/>
                    </a:lnTo>
                    <a:lnTo>
                      <a:pt x="61825" y="13442"/>
                    </a:lnTo>
                    <a:lnTo>
                      <a:pt x="61825" y="13395"/>
                    </a:lnTo>
                    <a:lnTo>
                      <a:pt x="61825" y="13348"/>
                    </a:lnTo>
                    <a:lnTo>
                      <a:pt x="61825" y="13161"/>
                    </a:lnTo>
                    <a:lnTo>
                      <a:pt x="61825" y="12505"/>
                    </a:lnTo>
                    <a:lnTo>
                      <a:pt x="61825" y="11241"/>
                    </a:lnTo>
                    <a:lnTo>
                      <a:pt x="61825" y="8665"/>
                    </a:lnTo>
                    <a:lnTo>
                      <a:pt x="61825" y="3560"/>
                    </a:lnTo>
                    <a:lnTo>
                      <a:pt x="61825" y="375"/>
                    </a:lnTo>
                    <a:lnTo>
                      <a:pt x="61825" y="328"/>
                    </a:lnTo>
                    <a:lnTo>
                      <a:pt x="61918" y="281"/>
                    </a:lnTo>
                    <a:lnTo>
                      <a:pt x="61918" y="187"/>
                    </a:lnTo>
                    <a:lnTo>
                      <a:pt x="61918" y="94"/>
                    </a:lnTo>
                    <a:lnTo>
                      <a:pt x="61871" y="47"/>
                    </a:lnTo>
                    <a:lnTo>
                      <a:pt x="61825"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BEFD8BE8-530D-4729-35DA-0A45F1551F64}"/>
                  </a:ext>
                </a:extLst>
              </p:cNvPr>
              <p:cNvSpPr/>
              <p:nvPr/>
            </p:nvSpPr>
            <p:spPr>
              <a:xfrm>
                <a:off x="3986591" y="3584814"/>
                <a:ext cx="2905070" cy="1085168"/>
              </a:xfrm>
              <a:custGeom>
                <a:avLst/>
                <a:gdLst/>
                <a:ahLst/>
                <a:cxnLst/>
                <a:rect l="l" t="t" r="r" b="b"/>
                <a:pathLst>
                  <a:path w="64073" h="23934" extrusionOk="0">
                    <a:moveTo>
                      <a:pt x="63792" y="0"/>
                    </a:moveTo>
                    <a:lnTo>
                      <a:pt x="63745" y="47"/>
                    </a:lnTo>
                    <a:lnTo>
                      <a:pt x="63698" y="94"/>
                    </a:lnTo>
                    <a:lnTo>
                      <a:pt x="63698" y="187"/>
                    </a:lnTo>
                    <a:lnTo>
                      <a:pt x="63745" y="281"/>
                    </a:lnTo>
                    <a:lnTo>
                      <a:pt x="63792" y="328"/>
                    </a:lnTo>
                    <a:lnTo>
                      <a:pt x="63792" y="375"/>
                    </a:lnTo>
                    <a:lnTo>
                      <a:pt x="63792" y="3934"/>
                    </a:lnTo>
                    <a:lnTo>
                      <a:pt x="63792" y="9461"/>
                    </a:lnTo>
                    <a:lnTo>
                      <a:pt x="63792" y="12178"/>
                    </a:lnTo>
                    <a:lnTo>
                      <a:pt x="63792" y="13583"/>
                    </a:lnTo>
                    <a:lnTo>
                      <a:pt x="63792" y="14238"/>
                    </a:lnTo>
                    <a:lnTo>
                      <a:pt x="63792" y="14426"/>
                    </a:lnTo>
                    <a:lnTo>
                      <a:pt x="63745" y="14473"/>
                    </a:lnTo>
                    <a:lnTo>
                      <a:pt x="63511" y="14754"/>
                    </a:lnTo>
                    <a:lnTo>
                      <a:pt x="58687" y="19531"/>
                    </a:lnTo>
                    <a:lnTo>
                      <a:pt x="56251" y="21966"/>
                    </a:lnTo>
                    <a:lnTo>
                      <a:pt x="55080" y="23184"/>
                    </a:lnTo>
                    <a:lnTo>
                      <a:pt x="54752" y="23465"/>
                    </a:lnTo>
                    <a:lnTo>
                      <a:pt x="54612" y="23606"/>
                    </a:lnTo>
                    <a:lnTo>
                      <a:pt x="54565" y="23699"/>
                    </a:lnTo>
                    <a:lnTo>
                      <a:pt x="328" y="23699"/>
                    </a:lnTo>
                    <a:lnTo>
                      <a:pt x="281" y="23606"/>
                    </a:lnTo>
                    <a:lnTo>
                      <a:pt x="94" y="23606"/>
                    </a:lnTo>
                    <a:lnTo>
                      <a:pt x="47" y="23652"/>
                    </a:lnTo>
                    <a:lnTo>
                      <a:pt x="0" y="23699"/>
                    </a:lnTo>
                    <a:lnTo>
                      <a:pt x="0" y="23793"/>
                    </a:lnTo>
                    <a:lnTo>
                      <a:pt x="0" y="23840"/>
                    </a:lnTo>
                    <a:lnTo>
                      <a:pt x="47" y="23887"/>
                    </a:lnTo>
                    <a:lnTo>
                      <a:pt x="94" y="23933"/>
                    </a:lnTo>
                    <a:lnTo>
                      <a:pt x="281" y="23933"/>
                    </a:lnTo>
                    <a:lnTo>
                      <a:pt x="328" y="23840"/>
                    </a:lnTo>
                    <a:lnTo>
                      <a:pt x="54659" y="23840"/>
                    </a:lnTo>
                    <a:lnTo>
                      <a:pt x="54705" y="23746"/>
                    </a:lnTo>
                    <a:lnTo>
                      <a:pt x="54893" y="23606"/>
                    </a:lnTo>
                    <a:lnTo>
                      <a:pt x="55174" y="23278"/>
                    </a:lnTo>
                    <a:lnTo>
                      <a:pt x="56392" y="22060"/>
                    </a:lnTo>
                    <a:lnTo>
                      <a:pt x="58780" y="19671"/>
                    </a:lnTo>
                    <a:lnTo>
                      <a:pt x="63604" y="14847"/>
                    </a:lnTo>
                    <a:lnTo>
                      <a:pt x="63839" y="14613"/>
                    </a:lnTo>
                    <a:lnTo>
                      <a:pt x="63932" y="14519"/>
                    </a:lnTo>
                    <a:lnTo>
                      <a:pt x="63979" y="14519"/>
                    </a:lnTo>
                    <a:lnTo>
                      <a:pt x="63979" y="14426"/>
                    </a:lnTo>
                    <a:lnTo>
                      <a:pt x="63979" y="14238"/>
                    </a:lnTo>
                    <a:lnTo>
                      <a:pt x="63979" y="13583"/>
                    </a:lnTo>
                    <a:lnTo>
                      <a:pt x="63979" y="12178"/>
                    </a:lnTo>
                    <a:lnTo>
                      <a:pt x="63979" y="9461"/>
                    </a:lnTo>
                    <a:lnTo>
                      <a:pt x="63979" y="3934"/>
                    </a:lnTo>
                    <a:lnTo>
                      <a:pt x="63979" y="375"/>
                    </a:lnTo>
                    <a:lnTo>
                      <a:pt x="63979" y="328"/>
                    </a:lnTo>
                    <a:lnTo>
                      <a:pt x="64026" y="281"/>
                    </a:lnTo>
                    <a:lnTo>
                      <a:pt x="64073" y="187"/>
                    </a:lnTo>
                    <a:lnTo>
                      <a:pt x="64026" y="94"/>
                    </a:lnTo>
                    <a:lnTo>
                      <a:pt x="64026" y="47"/>
                    </a:lnTo>
                    <a:lnTo>
                      <a:pt x="6393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9536A5F2-9CD5-9B0E-FF00-608228F3D0AC}"/>
                  </a:ext>
                </a:extLst>
              </p:cNvPr>
              <p:cNvSpPr/>
              <p:nvPr/>
            </p:nvSpPr>
            <p:spPr>
              <a:xfrm>
                <a:off x="3986591" y="3584814"/>
                <a:ext cx="3000647" cy="1182830"/>
              </a:xfrm>
              <a:custGeom>
                <a:avLst/>
                <a:gdLst/>
                <a:ahLst/>
                <a:cxnLst/>
                <a:rect l="l" t="t" r="r" b="b"/>
                <a:pathLst>
                  <a:path w="66181" h="26088" extrusionOk="0">
                    <a:moveTo>
                      <a:pt x="65946" y="0"/>
                    </a:moveTo>
                    <a:lnTo>
                      <a:pt x="65899" y="47"/>
                    </a:lnTo>
                    <a:lnTo>
                      <a:pt x="65853" y="94"/>
                    </a:lnTo>
                    <a:lnTo>
                      <a:pt x="65853" y="187"/>
                    </a:lnTo>
                    <a:lnTo>
                      <a:pt x="65853" y="281"/>
                    </a:lnTo>
                    <a:lnTo>
                      <a:pt x="65946" y="328"/>
                    </a:lnTo>
                    <a:lnTo>
                      <a:pt x="65946" y="375"/>
                    </a:lnTo>
                    <a:lnTo>
                      <a:pt x="65946" y="4356"/>
                    </a:lnTo>
                    <a:lnTo>
                      <a:pt x="65946" y="10210"/>
                    </a:lnTo>
                    <a:lnTo>
                      <a:pt x="65946" y="13114"/>
                    </a:lnTo>
                    <a:lnTo>
                      <a:pt x="65946" y="14613"/>
                    </a:lnTo>
                    <a:lnTo>
                      <a:pt x="65946" y="15316"/>
                    </a:lnTo>
                    <a:lnTo>
                      <a:pt x="65946" y="15503"/>
                    </a:lnTo>
                    <a:lnTo>
                      <a:pt x="65899" y="15550"/>
                    </a:lnTo>
                    <a:lnTo>
                      <a:pt x="65853" y="15597"/>
                    </a:lnTo>
                    <a:lnTo>
                      <a:pt x="65572" y="15831"/>
                    </a:lnTo>
                    <a:lnTo>
                      <a:pt x="60232" y="21217"/>
                    </a:lnTo>
                    <a:lnTo>
                      <a:pt x="57563" y="23887"/>
                    </a:lnTo>
                    <a:lnTo>
                      <a:pt x="56251" y="25198"/>
                    </a:lnTo>
                    <a:lnTo>
                      <a:pt x="55876" y="25526"/>
                    </a:lnTo>
                    <a:lnTo>
                      <a:pt x="55736" y="25713"/>
                    </a:lnTo>
                    <a:lnTo>
                      <a:pt x="55642" y="25807"/>
                    </a:lnTo>
                    <a:lnTo>
                      <a:pt x="328" y="25807"/>
                    </a:lnTo>
                    <a:lnTo>
                      <a:pt x="281" y="25713"/>
                    </a:lnTo>
                    <a:lnTo>
                      <a:pt x="94" y="25713"/>
                    </a:lnTo>
                    <a:lnTo>
                      <a:pt x="47" y="25760"/>
                    </a:lnTo>
                    <a:lnTo>
                      <a:pt x="0" y="25807"/>
                    </a:lnTo>
                    <a:lnTo>
                      <a:pt x="0" y="25901"/>
                    </a:lnTo>
                    <a:lnTo>
                      <a:pt x="0" y="25947"/>
                    </a:lnTo>
                    <a:lnTo>
                      <a:pt x="47" y="25994"/>
                    </a:lnTo>
                    <a:lnTo>
                      <a:pt x="94" y="26041"/>
                    </a:lnTo>
                    <a:lnTo>
                      <a:pt x="188" y="26088"/>
                    </a:lnTo>
                    <a:lnTo>
                      <a:pt x="281" y="26041"/>
                    </a:lnTo>
                    <a:lnTo>
                      <a:pt x="328" y="25947"/>
                    </a:lnTo>
                    <a:lnTo>
                      <a:pt x="375" y="25994"/>
                    </a:lnTo>
                    <a:lnTo>
                      <a:pt x="55689" y="25994"/>
                    </a:lnTo>
                    <a:lnTo>
                      <a:pt x="55736" y="25947"/>
                    </a:lnTo>
                    <a:lnTo>
                      <a:pt x="55830" y="25854"/>
                    </a:lnTo>
                    <a:lnTo>
                      <a:pt x="56017" y="25666"/>
                    </a:lnTo>
                    <a:lnTo>
                      <a:pt x="56345" y="25339"/>
                    </a:lnTo>
                    <a:lnTo>
                      <a:pt x="57703" y="23980"/>
                    </a:lnTo>
                    <a:lnTo>
                      <a:pt x="60373" y="21311"/>
                    </a:lnTo>
                    <a:lnTo>
                      <a:pt x="65712" y="15971"/>
                    </a:lnTo>
                    <a:lnTo>
                      <a:pt x="65946" y="15737"/>
                    </a:lnTo>
                    <a:lnTo>
                      <a:pt x="66040" y="15643"/>
                    </a:lnTo>
                    <a:lnTo>
                      <a:pt x="66087" y="15597"/>
                    </a:lnTo>
                    <a:lnTo>
                      <a:pt x="66087" y="15550"/>
                    </a:lnTo>
                    <a:lnTo>
                      <a:pt x="66087" y="15316"/>
                    </a:lnTo>
                    <a:lnTo>
                      <a:pt x="66087" y="14613"/>
                    </a:lnTo>
                    <a:lnTo>
                      <a:pt x="66087" y="13114"/>
                    </a:lnTo>
                    <a:lnTo>
                      <a:pt x="66087" y="10210"/>
                    </a:lnTo>
                    <a:lnTo>
                      <a:pt x="66087" y="4356"/>
                    </a:lnTo>
                    <a:lnTo>
                      <a:pt x="66087" y="375"/>
                    </a:lnTo>
                    <a:lnTo>
                      <a:pt x="66087" y="328"/>
                    </a:lnTo>
                    <a:lnTo>
                      <a:pt x="66180" y="281"/>
                    </a:lnTo>
                    <a:lnTo>
                      <a:pt x="66180" y="187"/>
                    </a:lnTo>
                    <a:lnTo>
                      <a:pt x="66180" y="94"/>
                    </a:lnTo>
                    <a:lnTo>
                      <a:pt x="66134" y="47"/>
                    </a:lnTo>
                    <a:lnTo>
                      <a:pt x="660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6B577892-8612-418C-BAE2-FD294F0FC939}"/>
                  </a:ext>
                </a:extLst>
              </p:cNvPr>
              <p:cNvSpPr/>
              <p:nvPr/>
            </p:nvSpPr>
            <p:spPr>
              <a:xfrm>
                <a:off x="3986591" y="3584814"/>
                <a:ext cx="3098309" cy="1278407"/>
              </a:xfrm>
              <a:custGeom>
                <a:avLst/>
                <a:gdLst/>
                <a:ahLst/>
                <a:cxnLst/>
                <a:rect l="l" t="t" r="r" b="b"/>
                <a:pathLst>
                  <a:path w="68335" h="28196" extrusionOk="0">
                    <a:moveTo>
                      <a:pt x="68054" y="0"/>
                    </a:moveTo>
                    <a:lnTo>
                      <a:pt x="68007" y="47"/>
                    </a:lnTo>
                    <a:lnTo>
                      <a:pt x="67960" y="94"/>
                    </a:lnTo>
                    <a:lnTo>
                      <a:pt x="67960" y="187"/>
                    </a:lnTo>
                    <a:lnTo>
                      <a:pt x="68007" y="281"/>
                    </a:lnTo>
                    <a:lnTo>
                      <a:pt x="68054" y="328"/>
                    </a:lnTo>
                    <a:lnTo>
                      <a:pt x="68054" y="375"/>
                    </a:lnTo>
                    <a:lnTo>
                      <a:pt x="68054" y="4731"/>
                    </a:lnTo>
                    <a:lnTo>
                      <a:pt x="68054" y="10960"/>
                    </a:lnTo>
                    <a:lnTo>
                      <a:pt x="68054" y="14051"/>
                    </a:lnTo>
                    <a:lnTo>
                      <a:pt x="68054" y="15643"/>
                    </a:lnTo>
                    <a:lnTo>
                      <a:pt x="68054" y="16393"/>
                    </a:lnTo>
                    <a:lnTo>
                      <a:pt x="68054" y="16580"/>
                    </a:lnTo>
                    <a:lnTo>
                      <a:pt x="68054" y="16627"/>
                    </a:lnTo>
                    <a:lnTo>
                      <a:pt x="67960" y="16674"/>
                    </a:lnTo>
                    <a:lnTo>
                      <a:pt x="67679" y="16955"/>
                    </a:lnTo>
                    <a:lnTo>
                      <a:pt x="61825" y="22856"/>
                    </a:lnTo>
                    <a:lnTo>
                      <a:pt x="58874" y="25807"/>
                    </a:lnTo>
                    <a:lnTo>
                      <a:pt x="57422" y="27259"/>
                    </a:lnTo>
                    <a:lnTo>
                      <a:pt x="57047" y="27634"/>
                    </a:lnTo>
                    <a:lnTo>
                      <a:pt x="56860" y="27821"/>
                    </a:lnTo>
                    <a:lnTo>
                      <a:pt x="56766" y="27915"/>
                    </a:lnTo>
                    <a:lnTo>
                      <a:pt x="328" y="27915"/>
                    </a:lnTo>
                    <a:lnTo>
                      <a:pt x="281" y="27868"/>
                    </a:lnTo>
                    <a:lnTo>
                      <a:pt x="188" y="27821"/>
                    </a:lnTo>
                    <a:lnTo>
                      <a:pt x="94" y="27821"/>
                    </a:lnTo>
                    <a:lnTo>
                      <a:pt x="47" y="27868"/>
                    </a:lnTo>
                    <a:lnTo>
                      <a:pt x="0" y="27915"/>
                    </a:lnTo>
                    <a:lnTo>
                      <a:pt x="0" y="28008"/>
                    </a:lnTo>
                    <a:lnTo>
                      <a:pt x="0" y="28055"/>
                    </a:lnTo>
                    <a:lnTo>
                      <a:pt x="47" y="28149"/>
                    </a:lnTo>
                    <a:lnTo>
                      <a:pt x="94" y="28149"/>
                    </a:lnTo>
                    <a:lnTo>
                      <a:pt x="188" y="28196"/>
                    </a:lnTo>
                    <a:lnTo>
                      <a:pt x="281" y="28149"/>
                    </a:lnTo>
                    <a:lnTo>
                      <a:pt x="328" y="28102"/>
                    </a:lnTo>
                    <a:lnTo>
                      <a:pt x="56813" y="28102"/>
                    </a:lnTo>
                    <a:lnTo>
                      <a:pt x="56860" y="28008"/>
                    </a:lnTo>
                    <a:lnTo>
                      <a:pt x="56954" y="27915"/>
                    </a:lnTo>
                    <a:lnTo>
                      <a:pt x="57141" y="27727"/>
                    </a:lnTo>
                    <a:lnTo>
                      <a:pt x="57516" y="27353"/>
                    </a:lnTo>
                    <a:lnTo>
                      <a:pt x="59014" y="25901"/>
                    </a:lnTo>
                    <a:lnTo>
                      <a:pt x="61918" y="22950"/>
                    </a:lnTo>
                    <a:lnTo>
                      <a:pt x="67820" y="17095"/>
                    </a:lnTo>
                    <a:lnTo>
                      <a:pt x="68101" y="16814"/>
                    </a:lnTo>
                    <a:lnTo>
                      <a:pt x="68148" y="16721"/>
                    </a:lnTo>
                    <a:lnTo>
                      <a:pt x="68194" y="16674"/>
                    </a:lnTo>
                    <a:lnTo>
                      <a:pt x="68241" y="16674"/>
                    </a:lnTo>
                    <a:lnTo>
                      <a:pt x="68241" y="16627"/>
                    </a:lnTo>
                    <a:lnTo>
                      <a:pt x="68241" y="16393"/>
                    </a:lnTo>
                    <a:lnTo>
                      <a:pt x="68241" y="15643"/>
                    </a:lnTo>
                    <a:lnTo>
                      <a:pt x="68241" y="14051"/>
                    </a:lnTo>
                    <a:lnTo>
                      <a:pt x="68241" y="10960"/>
                    </a:lnTo>
                    <a:lnTo>
                      <a:pt x="68241" y="4731"/>
                    </a:lnTo>
                    <a:lnTo>
                      <a:pt x="68241" y="375"/>
                    </a:lnTo>
                    <a:lnTo>
                      <a:pt x="68241" y="328"/>
                    </a:lnTo>
                    <a:lnTo>
                      <a:pt x="68288" y="281"/>
                    </a:lnTo>
                    <a:lnTo>
                      <a:pt x="68335" y="187"/>
                    </a:lnTo>
                    <a:lnTo>
                      <a:pt x="68288" y="94"/>
                    </a:lnTo>
                    <a:lnTo>
                      <a:pt x="68288" y="47"/>
                    </a:lnTo>
                    <a:lnTo>
                      <a:pt x="6819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CB39CEA6-737F-DE88-6A59-C94736EB13E6}"/>
                  </a:ext>
                </a:extLst>
              </p:cNvPr>
              <p:cNvSpPr/>
              <p:nvPr/>
            </p:nvSpPr>
            <p:spPr>
              <a:xfrm>
                <a:off x="3986591" y="3584814"/>
                <a:ext cx="3193886" cy="1373983"/>
              </a:xfrm>
              <a:custGeom>
                <a:avLst/>
                <a:gdLst/>
                <a:ahLst/>
                <a:cxnLst/>
                <a:rect l="l" t="t" r="r" b="b"/>
                <a:pathLst>
                  <a:path w="70443" h="30304" extrusionOk="0">
                    <a:moveTo>
                      <a:pt x="70208" y="0"/>
                    </a:moveTo>
                    <a:lnTo>
                      <a:pt x="70162" y="47"/>
                    </a:lnTo>
                    <a:lnTo>
                      <a:pt x="70115" y="94"/>
                    </a:lnTo>
                    <a:lnTo>
                      <a:pt x="70068" y="187"/>
                    </a:lnTo>
                    <a:lnTo>
                      <a:pt x="70115" y="281"/>
                    </a:lnTo>
                    <a:lnTo>
                      <a:pt x="70208" y="328"/>
                    </a:lnTo>
                    <a:lnTo>
                      <a:pt x="70162" y="375"/>
                    </a:lnTo>
                    <a:lnTo>
                      <a:pt x="70162" y="5105"/>
                    </a:lnTo>
                    <a:lnTo>
                      <a:pt x="70162" y="11709"/>
                    </a:lnTo>
                    <a:lnTo>
                      <a:pt x="70162" y="15035"/>
                    </a:lnTo>
                    <a:lnTo>
                      <a:pt x="70162" y="16674"/>
                    </a:lnTo>
                    <a:lnTo>
                      <a:pt x="70162" y="17470"/>
                    </a:lnTo>
                    <a:lnTo>
                      <a:pt x="70162" y="17657"/>
                    </a:lnTo>
                    <a:lnTo>
                      <a:pt x="70162" y="17704"/>
                    </a:lnTo>
                    <a:lnTo>
                      <a:pt x="70068" y="17798"/>
                    </a:lnTo>
                    <a:lnTo>
                      <a:pt x="69787" y="18079"/>
                    </a:lnTo>
                    <a:lnTo>
                      <a:pt x="63370" y="24495"/>
                    </a:lnTo>
                    <a:lnTo>
                      <a:pt x="60185" y="27680"/>
                    </a:lnTo>
                    <a:lnTo>
                      <a:pt x="58593" y="29320"/>
                    </a:lnTo>
                    <a:lnTo>
                      <a:pt x="58171" y="29694"/>
                    </a:lnTo>
                    <a:lnTo>
                      <a:pt x="57984" y="29882"/>
                    </a:lnTo>
                    <a:lnTo>
                      <a:pt x="57890" y="29975"/>
                    </a:lnTo>
                    <a:lnTo>
                      <a:pt x="57844" y="30022"/>
                    </a:lnTo>
                    <a:lnTo>
                      <a:pt x="328" y="30022"/>
                    </a:lnTo>
                    <a:lnTo>
                      <a:pt x="281" y="29975"/>
                    </a:lnTo>
                    <a:lnTo>
                      <a:pt x="188" y="29929"/>
                    </a:lnTo>
                    <a:lnTo>
                      <a:pt x="94" y="29929"/>
                    </a:lnTo>
                    <a:lnTo>
                      <a:pt x="47" y="29975"/>
                    </a:lnTo>
                    <a:lnTo>
                      <a:pt x="0" y="30022"/>
                    </a:lnTo>
                    <a:lnTo>
                      <a:pt x="0" y="30116"/>
                    </a:lnTo>
                    <a:lnTo>
                      <a:pt x="0" y="30163"/>
                    </a:lnTo>
                    <a:lnTo>
                      <a:pt x="47" y="30256"/>
                    </a:lnTo>
                    <a:lnTo>
                      <a:pt x="94" y="30303"/>
                    </a:lnTo>
                    <a:lnTo>
                      <a:pt x="188" y="30303"/>
                    </a:lnTo>
                    <a:lnTo>
                      <a:pt x="281" y="30256"/>
                    </a:lnTo>
                    <a:lnTo>
                      <a:pt x="328" y="30210"/>
                    </a:lnTo>
                    <a:lnTo>
                      <a:pt x="57937" y="30210"/>
                    </a:lnTo>
                    <a:lnTo>
                      <a:pt x="57984" y="30116"/>
                    </a:lnTo>
                    <a:lnTo>
                      <a:pt x="58125" y="30022"/>
                    </a:lnTo>
                    <a:lnTo>
                      <a:pt x="58312" y="29835"/>
                    </a:lnTo>
                    <a:lnTo>
                      <a:pt x="58687" y="29413"/>
                    </a:lnTo>
                    <a:lnTo>
                      <a:pt x="60326" y="27821"/>
                    </a:lnTo>
                    <a:lnTo>
                      <a:pt x="63511" y="24589"/>
                    </a:lnTo>
                    <a:lnTo>
                      <a:pt x="69927" y="18219"/>
                    </a:lnTo>
                    <a:lnTo>
                      <a:pt x="70208" y="17892"/>
                    </a:lnTo>
                    <a:lnTo>
                      <a:pt x="70302" y="17845"/>
                    </a:lnTo>
                    <a:lnTo>
                      <a:pt x="70349" y="17798"/>
                    </a:lnTo>
                    <a:lnTo>
                      <a:pt x="70349" y="17704"/>
                    </a:lnTo>
                    <a:lnTo>
                      <a:pt x="70349" y="17470"/>
                    </a:lnTo>
                    <a:lnTo>
                      <a:pt x="70349" y="16674"/>
                    </a:lnTo>
                    <a:lnTo>
                      <a:pt x="70349" y="15035"/>
                    </a:lnTo>
                    <a:lnTo>
                      <a:pt x="70349" y="11709"/>
                    </a:lnTo>
                    <a:lnTo>
                      <a:pt x="70349" y="5105"/>
                    </a:lnTo>
                    <a:lnTo>
                      <a:pt x="70349" y="375"/>
                    </a:lnTo>
                    <a:lnTo>
                      <a:pt x="70349" y="328"/>
                    </a:lnTo>
                    <a:lnTo>
                      <a:pt x="70443" y="281"/>
                    </a:lnTo>
                    <a:lnTo>
                      <a:pt x="70443" y="187"/>
                    </a:lnTo>
                    <a:lnTo>
                      <a:pt x="70443" y="94"/>
                    </a:lnTo>
                    <a:lnTo>
                      <a:pt x="70396" y="47"/>
                    </a:lnTo>
                    <a:lnTo>
                      <a:pt x="70349"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 name="Google Shape;608;p31">
              <a:extLst>
                <a:ext uri="{FF2B5EF4-FFF2-40B4-BE49-F238E27FC236}">
                  <a16:creationId xmlns:a16="http://schemas.microsoft.com/office/drawing/2014/main" id="{199852E7-FA52-B2CA-7F11-C25F69B7DE5A}"/>
                </a:ext>
              </a:extLst>
            </p:cNvPr>
            <p:cNvGrpSpPr/>
            <p:nvPr/>
          </p:nvGrpSpPr>
          <p:grpSpPr>
            <a:xfrm rot="10800000" flipH="1">
              <a:off x="2340687" y="-1502567"/>
              <a:ext cx="600982" cy="3102526"/>
              <a:chOff x="7329101" y="3584814"/>
              <a:chExt cx="600982" cy="3102526"/>
            </a:xfrm>
          </p:grpSpPr>
          <p:sp>
            <p:nvSpPr>
              <p:cNvPr id="609" name="Google Shape;609;p31">
                <a:extLst>
                  <a:ext uri="{FF2B5EF4-FFF2-40B4-BE49-F238E27FC236}">
                    <a16:creationId xmlns:a16="http://schemas.microsoft.com/office/drawing/2014/main" id="{E0B79784-0F92-8804-7D88-FFF017B8C7E6}"/>
                  </a:ext>
                </a:extLst>
              </p:cNvPr>
              <p:cNvSpPr/>
              <p:nvPr/>
            </p:nvSpPr>
            <p:spPr>
              <a:xfrm>
                <a:off x="7583912"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2388"/>
                    </a:lnTo>
                    <a:lnTo>
                      <a:pt x="7401" y="23699"/>
                    </a:lnTo>
                    <a:lnTo>
                      <a:pt x="7401" y="23887"/>
                    </a:lnTo>
                    <a:lnTo>
                      <a:pt x="7401" y="23933"/>
                    </a:lnTo>
                    <a:lnTo>
                      <a:pt x="7354" y="23980"/>
                    </a:lnTo>
                    <a:lnTo>
                      <a:pt x="7120" y="24214"/>
                    </a:lnTo>
                    <a:lnTo>
                      <a:pt x="6651" y="24683"/>
                    </a:lnTo>
                    <a:lnTo>
                      <a:pt x="4778" y="26556"/>
                    </a:lnTo>
                    <a:lnTo>
                      <a:pt x="984" y="30350"/>
                    </a:lnTo>
                    <a:lnTo>
                      <a:pt x="516" y="30818"/>
                    </a:lnTo>
                    <a:lnTo>
                      <a:pt x="235" y="31099"/>
                    </a:lnTo>
                    <a:lnTo>
                      <a:pt x="141" y="31193"/>
                    </a:lnTo>
                    <a:lnTo>
                      <a:pt x="94" y="31240"/>
                    </a:lnTo>
                    <a:lnTo>
                      <a:pt x="94" y="31334"/>
                    </a:lnTo>
                    <a:lnTo>
                      <a:pt x="94" y="31427"/>
                    </a:lnTo>
                    <a:lnTo>
                      <a:pt x="94" y="32786"/>
                    </a:lnTo>
                    <a:lnTo>
                      <a:pt x="94" y="35596"/>
                    </a:lnTo>
                    <a:lnTo>
                      <a:pt x="94" y="41122"/>
                    </a:lnTo>
                    <a:lnTo>
                      <a:pt x="94" y="52223"/>
                    </a:lnTo>
                    <a:lnTo>
                      <a:pt x="94" y="68053"/>
                    </a:lnTo>
                    <a:lnTo>
                      <a:pt x="1" y="68147"/>
                    </a:lnTo>
                    <a:lnTo>
                      <a:pt x="1" y="68241"/>
                    </a:lnTo>
                    <a:lnTo>
                      <a:pt x="1" y="68287"/>
                    </a:lnTo>
                    <a:lnTo>
                      <a:pt x="47" y="68334"/>
                    </a:lnTo>
                    <a:lnTo>
                      <a:pt x="94" y="68381"/>
                    </a:lnTo>
                    <a:lnTo>
                      <a:pt x="141" y="68428"/>
                    </a:lnTo>
                    <a:lnTo>
                      <a:pt x="235" y="68381"/>
                    </a:lnTo>
                    <a:lnTo>
                      <a:pt x="282" y="68334"/>
                    </a:lnTo>
                    <a:lnTo>
                      <a:pt x="328" y="68287"/>
                    </a:lnTo>
                    <a:lnTo>
                      <a:pt x="328" y="68241"/>
                    </a:lnTo>
                    <a:lnTo>
                      <a:pt x="328" y="68147"/>
                    </a:lnTo>
                    <a:lnTo>
                      <a:pt x="235" y="68053"/>
                    </a:lnTo>
                    <a:lnTo>
                      <a:pt x="235" y="52223"/>
                    </a:lnTo>
                    <a:lnTo>
                      <a:pt x="235" y="41122"/>
                    </a:lnTo>
                    <a:lnTo>
                      <a:pt x="235" y="35596"/>
                    </a:lnTo>
                    <a:lnTo>
                      <a:pt x="235" y="32786"/>
                    </a:lnTo>
                    <a:lnTo>
                      <a:pt x="235" y="31427"/>
                    </a:lnTo>
                    <a:lnTo>
                      <a:pt x="235" y="31334"/>
                    </a:lnTo>
                    <a:lnTo>
                      <a:pt x="282" y="31334"/>
                    </a:lnTo>
                    <a:lnTo>
                      <a:pt x="375" y="31193"/>
                    </a:lnTo>
                    <a:lnTo>
                      <a:pt x="609" y="30959"/>
                    </a:lnTo>
                    <a:lnTo>
                      <a:pt x="1125" y="30444"/>
                    </a:lnTo>
                    <a:lnTo>
                      <a:pt x="4872" y="26697"/>
                    </a:lnTo>
                    <a:lnTo>
                      <a:pt x="6792" y="24777"/>
                    </a:lnTo>
                    <a:lnTo>
                      <a:pt x="7260" y="24308"/>
                    </a:lnTo>
                    <a:lnTo>
                      <a:pt x="7494" y="24074"/>
                    </a:lnTo>
                    <a:lnTo>
                      <a:pt x="7541" y="24027"/>
                    </a:lnTo>
                    <a:lnTo>
                      <a:pt x="7541" y="23980"/>
                    </a:lnTo>
                    <a:lnTo>
                      <a:pt x="7541" y="23887"/>
                    </a:lnTo>
                    <a:lnTo>
                      <a:pt x="7541" y="23699"/>
                    </a:lnTo>
                    <a:lnTo>
                      <a:pt x="7541" y="22388"/>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5DCD8F3B-A8EE-8C77-B3B0-B7D932900E96}"/>
                  </a:ext>
                </a:extLst>
              </p:cNvPr>
              <p:cNvSpPr/>
              <p:nvPr/>
            </p:nvSpPr>
            <p:spPr>
              <a:xfrm>
                <a:off x="7532950"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1592"/>
                    </a:lnTo>
                    <a:lnTo>
                      <a:pt x="7401" y="22903"/>
                    </a:lnTo>
                    <a:lnTo>
                      <a:pt x="7401" y="23090"/>
                    </a:lnTo>
                    <a:lnTo>
                      <a:pt x="7401" y="23137"/>
                    </a:lnTo>
                    <a:lnTo>
                      <a:pt x="7354" y="23184"/>
                    </a:lnTo>
                    <a:lnTo>
                      <a:pt x="7166" y="23418"/>
                    </a:lnTo>
                    <a:lnTo>
                      <a:pt x="6698" y="23887"/>
                    </a:lnTo>
                    <a:lnTo>
                      <a:pt x="4778" y="25760"/>
                    </a:lnTo>
                    <a:lnTo>
                      <a:pt x="1031" y="29554"/>
                    </a:lnTo>
                    <a:lnTo>
                      <a:pt x="516" y="30069"/>
                    </a:lnTo>
                    <a:lnTo>
                      <a:pt x="281" y="30303"/>
                    </a:lnTo>
                    <a:lnTo>
                      <a:pt x="141" y="30444"/>
                    </a:lnTo>
                    <a:lnTo>
                      <a:pt x="94" y="30491"/>
                    </a:lnTo>
                    <a:lnTo>
                      <a:pt x="94" y="30537"/>
                    </a:lnTo>
                    <a:lnTo>
                      <a:pt x="94" y="30678"/>
                    </a:lnTo>
                    <a:lnTo>
                      <a:pt x="94" y="32083"/>
                    </a:lnTo>
                    <a:lnTo>
                      <a:pt x="94" y="34893"/>
                    </a:lnTo>
                    <a:lnTo>
                      <a:pt x="94" y="40514"/>
                    </a:lnTo>
                    <a:lnTo>
                      <a:pt x="94" y="51801"/>
                    </a:lnTo>
                    <a:lnTo>
                      <a:pt x="94" y="68053"/>
                    </a:lnTo>
                    <a:lnTo>
                      <a:pt x="0" y="68147"/>
                    </a:lnTo>
                    <a:lnTo>
                      <a:pt x="0" y="68241"/>
                    </a:lnTo>
                    <a:lnTo>
                      <a:pt x="0" y="68287"/>
                    </a:lnTo>
                    <a:lnTo>
                      <a:pt x="47" y="68334"/>
                    </a:lnTo>
                    <a:lnTo>
                      <a:pt x="94" y="68381"/>
                    </a:lnTo>
                    <a:lnTo>
                      <a:pt x="141" y="68428"/>
                    </a:lnTo>
                    <a:lnTo>
                      <a:pt x="235" y="68381"/>
                    </a:lnTo>
                    <a:lnTo>
                      <a:pt x="281" y="68334"/>
                    </a:lnTo>
                    <a:lnTo>
                      <a:pt x="328" y="68287"/>
                    </a:lnTo>
                    <a:lnTo>
                      <a:pt x="328" y="68241"/>
                    </a:lnTo>
                    <a:lnTo>
                      <a:pt x="328" y="68147"/>
                    </a:lnTo>
                    <a:lnTo>
                      <a:pt x="235" y="68053"/>
                    </a:lnTo>
                    <a:lnTo>
                      <a:pt x="235" y="51801"/>
                    </a:lnTo>
                    <a:lnTo>
                      <a:pt x="235" y="40514"/>
                    </a:lnTo>
                    <a:lnTo>
                      <a:pt x="235" y="34893"/>
                    </a:lnTo>
                    <a:lnTo>
                      <a:pt x="235" y="32083"/>
                    </a:lnTo>
                    <a:lnTo>
                      <a:pt x="235" y="30678"/>
                    </a:lnTo>
                    <a:lnTo>
                      <a:pt x="235" y="30584"/>
                    </a:lnTo>
                    <a:lnTo>
                      <a:pt x="281" y="30537"/>
                    </a:lnTo>
                    <a:lnTo>
                      <a:pt x="375" y="30444"/>
                    </a:lnTo>
                    <a:lnTo>
                      <a:pt x="656" y="30163"/>
                    </a:lnTo>
                    <a:lnTo>
                      <a:pt x="1125" y="29694"/>
                    </a:lnTo>
                    <a:lnTo>
                      <a:pt x="4918" y="25901"/>
                    </a:lnTo>
                    <a:lnTo>
                      <a:pt x="6792" y="24027"/>
                    </a:lnTo>
                    <a:lnTo>
                      <a:pt x="7260" y="23559"/>
                    </a:lnTo>
                    <a:lnTo>
                      <a:pt x="7541" y="23278"/>
                    </a:lnTo>
                    <a:lnTo>
                      <a:pt x="7541" y="23231"/>
                    </a:lnTo>
                    <a:lnTo>
                      <a:pt x="7541" y="23184"/>
                    </a:lnTo>
                    <a:lnTo>
                      <a:pt x="7541" y="23090"/>
                    </a:lnTo>
                    <a:lnTo>
                      <a:pt x="7541" y="22903"/>
                    </a:lnTo>
                    <a:lnTo>
                      <a:pt x="7541" y="21592"/>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6B62E2EF-A41B-67C6-D156-9E2C3F92B4A1}"/>
                  </a:ext>
                </a:extLst>
              </p:cNvPr>
              <p:cNvSpPr/>
              <p:nvPr/>
            </p:nvSpPr>
            <p:spPr>
              <a:xfrm>
                <a:off x="7481988" y="3584814"/>
                <a:ext cx="346171" cy="3102526"/>
              </a:xfrm>
              <a:custGeom>
                <a:avLst/>
                <a:gdLst/>
                <a:ahLst/>
                <a:cxnLst/>
                <a:rect l="l" t="t" r="r" b="b"/>
                <a:pathLst>
                  <a:path w="7635" h="68428" extrusionOk="0">
                    <a:moveTo>
                      <a:pt x="7401" y="0"/>
                    </a:moveTo>
                    <a:lnTo>
                      <a:pt x="7354" y="47"/>
                    </a:lnTo>
                    <a:lnTo>
                      <a:pt x="7307" y="94"/>
                    </a:lnTo>
                    <a:lnTo>
                      <a:pt x="7307" y="187"/>
                    </a:lnTo>
                    <a:lnTo>
                      <a:pt x="7307" y="281"/>
                    </a:lnTo>
                    <a:lnTo>
                      <a:pt x="7401" y="328"/>
                    </a:lnTo>
                    <a:lnTo>
                      <a:pt x="7401" y="375"/>
                    </a:lnTo>
                    <a:lnTo>
                      <a:pt x="7401" y="20795"/>
                    </a:lnTo>
                    <a:lnTo>
                      <a:pt x="7401" y="22107"/>
                    </a:lnTo>
                    <a:lnTo>
                      <a:pt x="7401" y="22435"/>
                    </a:lnTo>
                    <a:lnTo>
                      <a:pt x="7166" y="22622"/>
                    </a:lnTo>
                    <a:lnTo>
                      <a:pt x="6698" y="23090"/>
                    </a:lnTo>
                    <a:lnTo>
                      <a:pt x="4825" y="25011"/>
                    </a:lnTo>
                    <a:lnTo>
                      <a:pt x="1031" y="28758"/>
                    </a:lnTo>
                    <a:lnTo>
                      <a:pt x="516" y="29273"/>
                    </a:lnTo>
                    <a:lnTo>
                      <a:pt x="281" y="29554"/>
                    </a:lnTo>
                    <a:lnTo>
                      <a:pt x="141" y="29694"/>
                    </a:lnTo>
                    <a:lnTo>
                      <a:pt x="94" y="29741"/>
                    </a:lnTo>
                    <a:lnTo>
                      <a:pt x="94" y="29788"/>
                    </a:lnTo>
                    <a:lnTo>
                      <a:pt x="94" y="29882"/>
                    </a:lnTo>
                    <a:lnTo>
                      <a:pt x="94" y="31334"/>
                    </a:lnTo>
                    <a:lnTo>
                      <a:pt x="94" y="34191"/>
                    </a:lnTo>
                    <a:lnTo>
                      <a:pt x="94" y="39951"/>
                    </a:lnTo>
                    <a:lnTo>
                      <a:pt x="94" y="51426"/>
                    </a:lnTo>
                    <a:lnTo>
                      <a:pt x="94" y="68053"/>
                    </a:lnTo>
                    <a:lnTo>
                      <a:pt x="0" y="68147"/>
                    </a:lnTo>
                    <a:lnTo>
                      <a:pt x="0" y="68241"/>
                    </a:lnTo>
                    <a:lnTo>
                      <a:pt x="0" y="68287"/>
                    </a:lnTo>
                    <a:lnTo>
                      <a:pt x="47" y="68334"/>
                    </a:lnTo>
                    <a:lnTo>
                      <a:pt x="94" y="68381"/>
                    </a:lnTo>
                    <a:lnTo>
                      <a:pt x="188" y="68428"/>
                    </a:lnTo>
                    <a:lnTo>
                      <a:pt x="235" y="68381"/>
                    </a:lnTo>
                    <a:lnTo>
                      <a:pt x="281" y="68334"/>
                    </a:lnTo>
                    <a:lnTo>
                      <a:pt x="328" y="68287"/>
                    </a:lnTo>
                    <a:lnTo>
                      <a:pt x="328" y="68241"/>
                    </a:lnTo>
                    <a:lnTo>
                      <a:pt x="328" y="68147"/>
                    </a:lnTo>
                    <a:lnTo>
                      <a:pt x="235" y="68053"/>
                    </a:lnTo>
                    <a:lnTo>
                      <a:pt x="235" y="51426"/>
                    </a:lnTo>
                    <a:lnTo>
                      <a:pt x="235" y="39951"/>
                    </a:lnTo>
                    <a:lnTo>
                      <a:pt x="235" y="34191"/>
                    </a:lnTo>
                    <a:lnTo>
                      <a:pt x="235" y="31334"/>
                    </a:lnTo>
                    <a:lnTo>
                      <a:pt x="235" y="29882"/>
                    </a:lnTo>
                    <a:lnTo>
                      <a:pt x="235" y="29835"/>
                    </a:lnTo>
                    <a:lnTo>
                      <a:pt x="281" y="29788"/>
                    </a:lnTo>
                    <a:lnTo>
                      <a:pt x="375" y="29647"/>
                    </a:lnTo>
                    <a:lnTo>
                      <a:pt x="656" y="29413"/>
                    </a:lnTo>
                    <a:lnTo>
                      <a:pt x="1171" y="28898"/>
                    </a:lnTo>
                    <a:lnTo>
                      <a:pt x="4918" y="25104"/>
                    </a:lnTo>
                    <a:lnTo>
                      <a:pt x="6839" y="23231"/>
                    </a:lnTo>
                    <a:lnTo>
                      <a:pt x="7307" y="22763"/>
                    </a:lnTo>
                    <a:lnTo>
                      <a:pt x="7541" y="22482"/>
                    </a:lnTo>
                    <a:lnTo>
                      <a:pt x="7541" y="22107"/>
                    </a:lnTo>
                    <a:lnTo>
                      <a:pt x="7541" y="20795"/>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4D5A7CD3-16FC-1D46-A49C-42A39C9C11A1}"/>
                  </a:ext>
                </a:extLst>
              </p:cNvPr>
              <p:cNvSpPr/>
              <p:nvPr/>
            </p:nvSpPr>
            <p:spPr>
              <a:xfrm>
                <a:off x="7431025"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999"/>
                    </a:lnTo>
                    <a:lnTo>
                      <a:pt x="7400" y="21311"/>
                    </a:lnTo>
                    <a:lnTo>
                      <a:pt x="7400" y="21638"/>
                    </a:lnTo>
                    <a:lnTo>
                      <a:pt x="7354" y="21685"/>
                    </a:lnTo>
                    <a:lnTo>
                      <a:pt x="7307" y="21732"/>
                    </a:lnTo>
                    <a:lnTo>
                      <a:pt x="7213" y="21873"/>
                    </a:lnTo>
                    <a:lnTo>
                      <a:pt x="6745" y="22341"/>
                    </a:lnTo>
                    <a:lnTo>
                      <a:pt x="4824" y="24214"/>
                    </a:lnTo>
                    <a:lnTo>
                      <a:pt x="1078" y="28008"/>
                    </a:lnTo>
                    <a:lnTo>
                      <a:pt x="515" y="28523"/>
                    </a:lnTo>
                    <a:lnTo>
                      <a:pt x="281" y="28758"/>
                    </a:lnTo>
                    <a:lnTo>
                      <a:pt x="141" y="28898"/>
                    </a:lnTo>
                    <a:lnTo>
                      <a:pt x="94" y="28945"/>
                    </a:lnTo>
                    <a:lnTo>
                      <a:pt x="94" y="28992"/>
                    </a:lnTo>
                    <a:lnTo>
                      <a:pt x="94" y="29132"/>
                    </a:lnTo>
                    <a:lnTo>
                      <a:pt x="94" y="30584"/>
                    </a:lnTo>
                    <a:lnTo>
                      <a:pt x="94" y="33488"/>
                    </a:lnTo>
                    <a:lnTo>
                      <a:pt x="94" y="39343"/>
                    </a:lnTo>
                    <a:lnTo>
                      <a:pt x="94" y="51005"/>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1005"/>
                    </a:lnTo>
                    <a:lnTo>
                      <a:pt x="234" y="39343"/>
                    </a:lnTo>
                    <a:lnTo>
                      <a:pt x="234" y="33488"/>
                    </a:lnTo>
                    <a:lnTo>
                      <a:pt x="234" y="30584"/>
                    </a:lnTo>
                    <a:lnTo>
                      <a:pt x="234" y="29132"/>
                    </a:lnTo>
                    <a:lnTo>
                      <a:pt x="234" y="29039"/>
                    </a:lnTo>
                    <a:lnTo>
                      <a:pt x="281" y="28992"/>
                    </a:lnTo>
                    <a:lnTo>
                      <a:pt x="422" y="28898"/>
                    </a:lnTo>
                    <a:lnTo>
                      <a:pt x="656" y="28617"/>
                    </a:lnTo>
                    <a:lnTo>
                      <a:pt x="1171" y="28102"/>
                    </a:lnTo>
                    <a:lnTo>
                      <a:pt x="4965" y="24355"/>
                    </a:lnTo>
                    <a:lnTo>
                      <a:pt x="6838" y="22435"/>
                    </a:lnTo>
                    <a:lnTo>
                      <a:pt x="7307" y="21966"/>
                    </a:lnTo>
                    <a:lnTo>
                      <a:pt x="7447" y="21873"/>
                    </a:lnTo>
                    <a:lnTo>
                      <a:pt x="7494" y="21779"/>
                    </a:lnTo>
                    <a:lnTo>
                      <a:pt x="7541" y="21732"/>
                    </a:lnTo>
                    <a:lnTo>
                      <a:pt x="7541" y="21685"/>
                    </a:lnTo>
                    <a:lnTo>
                      <a:pt x="7541" y="21311"/>
                    </a:lnTo>
                    <a:lnTo>
                      <a:pt x="7541" y="19999"/>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F1CFABCE-71B9-F9F8-18F2-D5E68E7FEA9A}"/>
                  </a:ext>
                </a:extLst>
              </p:cNvPr>
              <p:cNvSpPr/>
              <p:nvPr/>
            </p:nvSpPr>
            <p:spPr>
              <a:xfrm>
                <a:off x="7380063" y="3584814"/>
                <a:ext cx="346171" cy="3102526"/>
              </a:xfrm>
              <a:custGeom>
                <a:avLst/>
                <a:gdLst/>
                <a:ahLst/>
                <a:cxnLst/>
                <a:rect l="l" t="t" r="r" b="b"/>
                <a:pathLst>
                  <a:path w="7635" h="68428" extrusionOk="0">
                    <a:moveTo>
                      <a:pt x="7400" y="0"/>
                    </a:moveTo>
                    <a:lnTo>
                      <a:pt x="7354" y="47"/>
                    </a:lnTo>
                    <a:lnTo>
                      <a:pt x="7307" y="94"/>
                    </a:lnTo>
                    <a:lnTo>
                      <a:pt x="7307" y="187"/>
                    </a:lnTo>
                    <a:lnTo>
                      <a:pt x="7307" y="281"/>
                    </a:lnTo>
                    <a:lnTo>
                      <a:pt x="7400" y="328"/>
                    </a:lnTo>
                    <a:lnTo>
                      <a:pt x="7400" y="375"/>
                    </a:lnTo>
                    <a:lnTo>
                      <a:pt x="7400" y="19203"/>
                    </a:lnTo>
                    <a:lnTo>
                      <a:pt x="7400" y="20561"/>
                    </a:lnTo>
                    <a:lnTo>
                      <a:pt x="7400" y="20889"/>
                    </a:lnTo>
                    <a:lnTo>
                      <a:pt x="7354" y="20936"/>
                    </a:lnTo>
                    <a:lnTo>
                      <a:pt x="7213" y="21076"/>
                    </a:lnTo>
                    <a:lnTo>
                      <a:pt x="6745" y="21545"/>
                    </a:lnTo>
                    <a:lnTo>
                      <a:pt x="4871" y="23418"/>
                    </a:lnTo>
                    <a:lnTo>
                      <a:pt x="1077" y="27212"/>
                    </a:lnTo>
                    <a:lnTo>
                      <a:pt x="562" y="27727"/>
                    </a:lnTo>
                    <a:lnTo>
                      <a:pt x="281" y="28008"/>
                    </a:lnTo>
                    <a:lnTo>
                      <a:pt x="141" y="28149"/>
                    </a:lnTo>
                    <a:lnTo>
                      <a:pt x="94" y="28196"/>
                    </a:lnTo>
                    <a:lnTo>
                      <a:pt x="94" y="28242"/>
                    </a:lnTo>
                    <a:lnTo>
                      <a:pt x="94" y="28336"/>
                    </a:lnTo>
                    <a:lnTo>
                      <a:pt x="94" y="29835"/>
                    </a:lnTo>
                    <a:lnTo>
                      <a:pt x="94" y="32832"/>
                    </a:lnTo>
                    <a:lnTo>
                      <a:pt x="94" y="38734"/>
                    </a:lnTo>
                    <a:lnTo>
                      <a:pt x="94" y="50630"/>
                    </a:lnTo>
                    <a:lnTo>
                      <a:pt x="94" y="68053"/>
                    </a:lnTo>
                    <a:lnTo>
                      <a:pt x="0" y="68147"/>
                    </a:lnTo>
                    <a:lnTo>
                      <a:pt x="0" y="68241"/>
                    </a:lnTo>
                    <a:lnTo>
                      <a:pt x="0" y="68287"/>
                    </a:lnTo>
                    <a:lnTo>
                      <a:pt x="47" y="68334"/>
                    </a:lnTo>
                    <a:lnTo>
                      <a:pt x="94" y="68381"/>
                    </a:lnTo>
                    <a:lnTo>
                      <a:pt x="188" y="68428"/>
                    </a:lnTo>
                    <a:lnTo>
                      <a:pt x="234" y="68381"/>
                    </a:lnTo>
                    <a:lnTo>
                      <a:pt x="281" y="68334"/>
                    </a:lnTo>
                    <a:lnTo>
                      <a:pt x="328" y="68287"/>
                    </a:lnTo>
                    <a:lnTo>
                      <a:pt x="328" y="68241"/>
                    </a:lnTo>
                    <a:lnTo>
                      <a:pt x="328" y="68147"/>
                    </a:lnTo>
                    <a:lnTo>
                      <a:pt x="234" y="68053"/>
                    </a:lnTo>
                    <a:lnTo>
                      <a:pt x="234" y="50630"/>
                    </a:lnTo>
                    <a:lnTo>
                      <a:pt x="234" y="38734"/>
                    </a:lnTo>
                    <a:lnTo>
                      <a:pt x="234" y="32832"/>
                    </a:lnTo>
                    <a:lnTo>
                      <a:pt x="234" y="29835"/>
                    </a:lnTo>
                    <a:lnTo>
                      <a:pt x="234" y="28336"/>
                    </a:lnTo>
                    <a:lnTo>
                      <a:pt x="234" y="28289"/>
                    </a:lnTo>
                    <a:lnTo>
                      <a:pt x="281" y="28242"/>
                    </a:lnTo>
                    <a:lnTo>
                      <a:pt x="422" y="28102"/>
                    </a:lnTo>
                    <a:lnTo>
                      <a:pt x="656" y="27868"/>
                    </a:lnTo>
                    <a:lnTo>
                      <a:pt x="1218" y="27353"/>
                    </a:lnTo>
                    <a:lnTo>
                      <a:pt x="4965" y="23559"/>
                    </a:lnTo>
                    <a:lnTo>
                      <a:pt x="6885" y="21638"/>
                    </a:lnTo>
                    <a:lnTo>
                      <a:pt x="7354" y="21170"/>
                    </a:lnTo>
                    <a:lnTo>
                      <a:pt x="7447" y="21076"/>
                    </a:lnTo>
                    <a:lnTo>
                      <a:pt x="7541" y="20983"/>
                    </a:lnTo>
                    <a:lnTo>
                      <a:pt x="7541" y="20936"/>
                    </a:lnTo>
                    <a:lnTo>
                      <a:pt x="7541" y="20889"/>
                    </a:lnTo>
                    <a:lnTo>
                      <a:pt x="7541" y="20561"/>
                    </a:lnTo>
                    <a:lnTo>
                      <a:pt x="7541" y="19203"/>
                    </a:lnTo>
                    <a:lnTo>
                      <a:pt x="7541" y="375"/>
                    </a:lnTo>
                    <a:lnTo>
                      <a:pt x="7541" y="328"/>
                    </a:lnTo>
                    <a:lnTo>
                      <a:pt x="7635" y="281"/>
                    </a:lnTo>
                    <a:lnTo>
                      <a:pt x="7635" y="187"/>
                    </a:lnTo>
                    <a:lnTo>
                      <a:pt x="7635"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4AF8DD16-C7BC-B930-2EC1-742EEECF8D9E}"/>
                  </a:ext>
                </a:extLst>
              </p:cNvPr>
              <p:cNvSpPr/>
              <p:nvPr/>
            </p:nvSpPr>
            <p:spPr>
              <a:xfrm>
                <a:off x="7329101" y="3584814"/>
                <a:ext cx="348302" cy="3102526"/>
              </a:xfrm>
              <a:custGeom>
                <a:avLst/>
                <a:gdLst/>
                <a:ahLst/>
                <a:cxnLst/>
                <a:rect l="l" t="t" r="r" b="b"/>
                <a:pathLst>
                  <a:path w="7682" h="68428" extrusionOk="0">
                    <a:moveTo>
                      <a:pt x="7400" y="0"/>
                    </a:moveTo>
                    <a:lnTo>
                      <a:pt x="7353" y="47"/>
                    </a:lnTo>
                    <a:lnTo>
                      <a:pt x="7307" y="94"/>
                    </a:lnTo>
                    <a:lnTo>
                      <a:pt x="7307" y="187"/>
                    </a:lnTo>
                    <a:lnTo>
                      <a:pt x="7307" y="281"/>
                    </a:lnTo>
                    <a:lnTo>
                      <a:pt x="7400" y="328"/>
                    </a:lnTo>
                    <a:lnTo>
                      <a:pt x="7400" y="375"/>
                    </a:lnTo>
                    <a:lnTo>
                      <a:pt x="7400" y="18407"/>
                    </a:lnTo>
                    <a:lnTo>
                      <a:pt x="7400" y="19765"/>
                    </a:lnTo>
                    <a:lnTo>
                      <a:pt x="7400" y="20093"/>
                    </a:lnTo>
                    <a:lnTo>
                      <a:pt x="7400" y="20140"/>
                    </a:lnTo>
                    <a:lnTo>
                      <a:pt x="7353" y="20187"/>
                    </a:lnTo>
                    <a:lnTo>
                      <a:pt x="7260" y="20280"/>
                    </a:lnTo>
                    <a:lnTo>
                      <a:pt x="6745" y="20749"/>
                    </a:lnTo>
                    <a:lnTo>
                      <a:pt x="4871" y="22669"/>
                    </a:lnTo>
                    <a:lnTo>
                      <a:pt x="1077" y="26416"/>
                    </a:lnTo>
                    <a:lnTo>
                      <a:pt x="562" y="26978"/>
                    </a:lnTo>
                    <a:lnTo>
                      <a:pt x="281" y="27212"/>
                    </a:lnTo>
                    <a:lnTo>
                      <a:pt x="141" y="27353"/>
                    </a:lnTo>
                    <a:lnTo>
                      <a:pt x="94" y="27399"/>
                    </a:lnTo>
                    <a:lnTo>
                      <a:pt x="94" y="27446"/>
                    </a:lnTo>
                    <a:lnTo>
                      <a:pt x="94" y="27493"/>
                    </a:lnTo>
                    <a:lnTo>
                      <a:pt x="94" y="27587"/>
                    </a:lnTo>
                    <a:lnTo>
                      <a:pt x="94" y="29085"/>
                    </a:lnTo>
                    <a:lnTo>
                      <a:pt x="94" y="32130"/>
                    </a:lnTo>
                    <a:lnTo>
                      <a:pt x="94" y="38172"/>
                    </a:lnTo>
                    <a:lnTo>
                      <a:pt x="94" y="50209"/>
                    </a:lnTo>
                    <a:lnTo>
                      <a:pt x="94" y="68053"/>
                    </a:lnTo>
                    <a:lnTo>
                      <a:pt x="0" y="68147"/>
                    </a:lnTo>
                    <a:lnTo>
                      <a:pt x="0" y="68241"/>
                    </a:lnTo>
                    <a:lnTo>
                      <a:pt x="0" y="68287"/>
                    </a:lnTo>
                    <a:lnTo>
                      <a:pt x="47" y="68334"/>
                    </a:lnTo>
                    <a:lnTo>
                      <a:pt x="94" y="68381"/>
                    </a:lnTo>
                    <a:lnTo>
                      <a:pt x="187" y="68428"/>
                    </a:lnTo>
                    <a:lnTo>
                      <a:pt x="234" y="68381"/>
                    </a:lnTo>
                    <a:lnTo>
                      <a:pt x="281" y="68334"/>
                    </a:lnTo>
                    <a:lnTo>
                      <a:pt x="328" y="68287"/>
                    </a:lnTo>
                    <a:lnTo>
                      <a:pt x="375" y="68241"/>
                    </a:lnTo>
                    <a:lnTo>
                      <a:pt x="328" y="68147"/>
                    </a:lnTo>
                    <a:lnTo>
                      <a:pt x="234" y="68053"/>
                    </a:lnTo>
                    <a:lnTo>
                      <a:pt x="281" y="68053"/>
                    </a:lnTo>
                    <a:lnTo>
                      <a:pt x="281" y="50209"/>
                    </a:lnTo>
                    <a:lnTo>
                      <a:pt x="281" y="38172"/>
                    </a:lnTo>
                    <a:lnTo>
                      <a:pt x="281" y="32130"/>
                    </a:lnTo>
                    <a:lnTo>
                      <a:pt x="281" y="29085"/>
                    </a:lnTo>
                    <a:lnTo>
                      <a:pt x="281" y="27587"/>
                    </a:lnTo>
                    <a:lnTo>
                      <a:pt x="281" y="27540"/>
                    </a:lnTo>
                    <a:lnTo>
                      <a:pt x="281" y="27493"/>
                    </a:lnTo>
                    <a:lnTo>
                      <a:pt x="422" y="27353"/>
                    </a:lnTo>
                    <a:lnTo>
                      <a:pt x="703" y="27071"/>
                    </a:lnTo>
                    <a:lnTo>
                      <a:pt x="1218" y="26556"/>
                    </a:lnTo>
                    <a:lnTo>
                      <a:pt x="5012" y="22763"/>
                    </a:lnTo>
                    <a:lnTo>
                      <a:pt x="6885" y="20889"/>
                    </a:lnTo>
                    <a:lnTo>
                      <a:pt x="7353" y="20421"/>
                    </a:lnTo>
                    <a:lnTo>
                      <a:pt x="7494" y="20280"/>
                    </a:lnTo>
                    <a:lnTo>
                      <a:pt x="7541" y="20187"/>
                    </a:lnTo>
                    <a:lnTo>
                      <a:pt x="7588" y="20093"/>
                    </a:lnTo>
                    <a:lnTo>
                      <a:pt x="7588" y="19765"/>
                    </a:lnTo>
                    <a:lnTo>
                      <a:pt x="7588" y="18407"/>
                    </a:lnTo>
                    <a:lnTo>
                      <a:pt x="7588" y="375"/>
                    </a:lnTo>
                    <a:lnTo>
                      <a:pt x="7541" y="328"/>
                    </a:lnTo>
                    <a:lnTo>
                      <a:pt x="7634" y="281"/>
                    </a:lnTo>
                    <a:lnTo>
                      <a:pt x="7681" y="187"/>
                    </a:lnTo>
                    <a:lnTo>
                      <a:pt x="7634" y="94"/>
                    </a:lnTo>
                    <a:lnTo>
                      <a:pt x="7588" y="47"/>
                    </a:lnTo>
                    <a:lnTo>
                      <a:pt x="75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1">
              <a:extLst>
                <a:ext uri="{FF2B5EF4-FFF2-40B4-BE49-F238E27FC236}">
                  <a16:creationId xmlns:a16="http://schemas.microsoft.com/office/drawing/2014/main" id="{EA000D80-8BFD-C653-3E02-620B658B4A9F}"/>
                </a:ext>
              </a:extLst>
            </p:cNvPr>
            <p:cNvSpPr/>
            <p:nvPr/>
          </p:nvSpPr>
          <p:spPr>
            <a:xfrm rot="10800000">
              <a:off x="3522525" y="3714979"/>
              <a:ext cx="3988106" cy="2268043"/>
            </a:xfrm>
            <a:custGeom>
              <a:avLst/>
              <a:gdLst/>
              <a:ahLst/>
              <a:cxnLst/>
              <a:rect l="l" t="t" r="r" b="b"/>
              <a:pathLst>
                <a:path w="87960" h="50023" extrusionOk="0">
                  <a:moveTo>
                    <a:pt x="94" y="1"/>
                  </a:moveTo>
                  <a:lnTo>
                    <a:pt x="47" y="48"/>
                  </a:lnTo>
                  <a:lnTo>
                    <a:pt x="0" y="94"/>
                  </a:lnTo>
                  <a:lnTo>
                    <a:pt x="0" y="141"/>
                  </a:lnTo>
                  <a:lnTo>
                    <a:pt x="0" y="282"/>
                  </a:lnTo>
                  <a:lnTo>
                    <a:pt x="94" y="329"/>
                  </a:lnTo>
                  <a:lnTo>
                    <a:pt x="94" y="12740"/>
                  </a:lnTo>
                  <a:lnTo>
                    <a:pt x="94" y="13255"/>
                  </a:lnTo>
                  <a:lnTo>
                    <a:pt x="281" y="13490"/>
                  </a:lnTo>
                  <a:lnTo>
                    <a:pt x="469" y="13630"/>
                  </a:lnTo>
                  <a:lnTo>
                    <a:pt x="1124" y="14333"/>
                  </a:lnTo>
                  <a:lnTo>
                    <a:pt x="2483" y="15644"/>
                  </a:lnTo>
                  <a:lnTo>
                    <a:pt x="5152" y="18361"/>
                  </a:lnTo>
                  <a:lnTo>
                    <a:pt x="10538" y="23747"/>
                  </a:lnTo>
                  <a:lnTo>
                    <a:pt x="21358" y="34519"/>
                  </a:lnTo>
                  <a:lnTo>
                    <a:pt x="21967" y="35175"/>
                  </a:lnTo>
                  <a:lnTo>
                    <a:pt x="22294" y="35503"/>
                  </a:lnTo>
                  <a:lnTo>
                    <a:pt x="22482" y="35643"/>
                  </a:lnTo>
                  <a:lnTo>
                    <a:pt x="22575" y="35737"/>
                  </a:lnTo>
                  <a:lnTo>
                    <a:pt x="22575" y="35784"/>
                  </a:lnTo>
                  <a:lnTo>
                    <a:pt x="82667" y="35784"/>
                  </a:lnTo>
                  <a:lnTo>
                    <a:pt x="82807" y="35971"/>
                  </a:lnTo>
                  <a:lnTo>
                    <a:pt x="83416" y="36580"/>
                  </a:lnTo>
                  <a:lnTo>
                    <a:pt x="84681" y="37798"/>
                  </a:lnTo>
                  <a:lnTo>
                    <a:pt x="86554" y="39718"/>
                  </a:lnTo>
                  <a:lnTo>
                    <a:pt x="87491" y="40655"/>
                  </a:lnTo>
                  <a:lnTo>
                    <a:pt x="87631" y="40748"/>
                  </a:lnTo>
                  <a:lnTo>
                    <a:pt x="87678" y="40842"/>
                  </a:lnTo>
                  <a:lnTo>
                    <a:pt x="87725" y="40842"/>
                  </a:lnTo>
                  <a:lnTo>
                    <a:pt x="87725" y="41170"/>
                  </a:lnTo>
                  <a:lnTo>
                    <a:pt x="87725" y="41826"/>
                  </a:lnTo>
                  <a:lnTo>
                    <a:pt x="87725" y="47212"/>
                  </a:lnTo>
                  <a:lnTo>
                    <a:pt x="87725" y="49647"/>
                  </a:lnTo>
                  <a:lnTo>
                    <a:pt x="87725" y="49694"/>
                  </a:lnTo>
                  <a:lnTo>
                    <a:pt x="87631" y="49741"/>
                  </a:lnTo>
                  <a:lnTo>
                    <a:pt x="87631" y="49835"/>
                  </a:lnTo>
                  <a:lnTo>
                    <a:pt x="87631" y="49928"/>
                  </a:lnTo>
                  <a:lnTo>
                    <a:pt x="87678" y="49975"/>
                  </a:lnTo>
                  <a:lnTo>
                    <a:pt x="87725" y="50022"/>
                  </a:lnTo>
                  <a:lnTo>
                    <a:pt x="87866" y="50022"/>
                  </a:lnTo>
                  <a:lnTo>
                    <a:pt x="87912" y="49975"/>
                  </a:lnTo>
                  <a:lnTo>
                    <a:pt x="87959" y="49928"/>
                  </a:lnTo>
                  <a:lnTo>
                    <a:pt x="87959" y="49835"/>
                  </a:lnTo>
                  <a:lnTo>
                    <a:pt x="87959" y="49741"/>
                  </a:lnTo>
                  <a:lnTo>
                    <a:pt x="87866" y="49694"/>
                  </a:lnTo>
                  <a:lnTo>
                    <a:pt x="87866" y="49647"/>
                  </a:lnTo>
                  <a:lnTo>
                    <a:pt x="87866" y="47212"/>
                  </a:lnTo>
                  <a:lnTo>
                    <a:pt x="87866" y="41826"/>
                  </a:lnTo>
                  <a:lnTo>
                    <a:pt x="87866" y="41170"/>
                  </a:lnTo>
                  <a:lnTo>
                    <a:pt x="87866" y="40795"/>
                  </a:lnTo>
                  <a:lnTo>
                    <a:pt x="87866" y="40748"/>
                  </a:lnTo>
                  <a:lnTo>
                    <a:pt x="87819" y="40702"/>
                  </a:lnTo>
                  <a:lnTo>
                    <a:pt x="87725" y="40655"/>
                  </a:lnTo>
                  <a:lnTo>
                    <a:pt x="87631" y="40514"/>
                  </a:lnTo>
                  <a:lnTo>
                    <a:pt x="86695" y="39578"/>
                  </a:lnTo>
                  <a:lnTo>
                    <a:pt x="84774" y="37704"/>
                  </a:lnTo>
                  <a:lnTo>
                    <a:pt x="83557" y="36439"/>
                  </a:lnTo>
                  <a:lnTo>
                    <a:pt x="82948" y="35831"/>
                  </a:lnTo>
                  <a:lnTo>
                    <a:pt x="82760" y="35690"/>
                  </a:lnTo>
                  <a:lnTo>
                    <a:pt x="82714" y="35643"/>
                  </a:lnTo>
                  <a:lnTo>
                    <a:pt x="82714" y="35596"/>
                  </a:lnTo>
                  <a:lnTo>
                    <a:pt x="22622" y="35596"/>
                  </a:lnTo>
                  <a:lnTo>
                    <a:pt x="22575" y="35550"/>
                  </a:lnTo>
                  <a:lnTo>
                    <a:pt x="22435" y="35362"/>
                  </a:lnTo>
                  <a:lnTo>
                    <a:pt x="22107" y="35034"/>
                  </a:lnTo>
                  <a:lnTo>
                    <a:pt x="21451" y="34426"/>
                  </a:lnTo>
                  <a:lnTo>
                    <a:pt x="10679" y="23606"/>
                  </a:lnTo>
                  <a:lnTo>
                    <a:pt x="5293" y="18220"/>
                  </a:lnTo>
                  <a:lnTo>
                    <a:pt x="2576" y="15550"/>
                  </a:lnTo>
                  <a:lnTo>
                    <a:pt x="1265" y="14192"/>
                  </a:lnTo>
                  <a:lnTo>
                    <a:pt x="562" y="13536"/>
                  </a:lnTo>
                  <a:lnTo>
                    <a:pt x="281" y="13209"/>
                  </a:lnTo>
                  <a:lnTo>
                    <a:pt x="281" y="12740"/>
                  </a:lnTo>
                  <a:lnTo>
                    <a:pt x="281" y="329"/>
                  </a:lnTo>
                  <a:lnTo>
                    <a:pt x="234" y="329"/>
                  </a:lnTo>
                  <a:lnTo>
                    <a:pt x="328" y="282"/>
                  </a:lnTo>
                  <a:lnTo>
                    <a:pt x="375" y="141"/>
                  </a:lnTo>
                  <a:lnTo>
                    <a:pt x="328" y="94"/>
                  </a:lnTo>
                  <a:lnTo>
                    <a:pt x="281" y="48"/>
                  </a:lnTo>
                  <a:lnTo>
                    <a:pt x="234"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1">
              <a:extLst>
                <a:ext uri="{FF2B5EF4-FFF2-40B4-BE49-F238E27FC236}">
                  <a16:creationId xmlns:a16="http://schemas.microsoft.com/office/drawing/2014/main" id="{E5EBEDD8-BBD3-B2FA-892F-DA7325879B09}"/>
                </a:ext>
              </a:extLst>
            </p:cNvPr>
            <p:cNvGrpSpPr/>
            <p:nvPr/>
          </p:nvGrpSpPr>
          <p:grpSpPr>
            <a:xfrm rot="10800000">
              <a:off x="-138012" y="2451489"/>
              <a:ext cx="1471691" cy="263380"/>
              <a:chOff x="8388742" y="2469903"/>
              <a:chExt cx="1471691" cy="263380"/>
            </a:xfrm>
          </p:grpSpPr>
          <p:sp>
            <p:nvSpPr>
              <p:cNvPr id="617" name="Google Shape;617;p31">
                <a:extLst>
                  <a:ext uri="{FF2B5EF4-FFF2-40B4-BE49-F238E27FC236}">
                    <a16:creationId xmlns:a16="http://schemas.microsoft.com/office/drawing/2014/main" id="{971B905A-8286-132B-1EC0-E9B2B625E4A6}"/>
                  </a:ext>
                </a:extLst>
              </p:cNvPr>
              <p:cNvSpPr/>
              <p:nvPr/>
            </p:nvSpPr>
            <p:spPr>
              <a:xfrm>
                <a:off x="8388742" y="2469903"/>
                <a:ext cx="1471691" cy="14917"/>
              </a:xfrm>
              <a:custGeom>
                <a:avLst/>
                <a:gdLst/>
                <a:ahLst/>
                <a:cxnLst/>
                <a:rect l="l" t="t" r="r" b="b"/>
                <a:pathLst>
                  <a:path w="32459" h="329" extrusionOk="0">
                    <a:moveTo>
                      <a:pt x="94" y="1"/>
                    </a:moveTo>
                    <a:lnTo>
                      <a:pt x="47" y="48"/>
                    </a:lnTo>
                    <a:lnTo>
                      <a:pt x="1" y="95"/>
                    </a:lnTo>
                    <a:lnTo>
                      <a:pt x="1" y="188"/>
                    </a:lnTo>
                    <a:lnTo>
                      <a:pt x="1" y="235"/>
                    </a:lnTo>
                    <a:lnTo>
                      <a:pt x="47" y="282"/>
                    </a:lnTo>
                    <a:lnTo>
                      <a:pt x="94" y="329"/>
                    </a:lnTo>
                    <a:lnTo>
                      <a:pt x="235" y="329"/>
                    </a:lnTo>
                    <a:lnTo>
                      <a:pt x="328" y="235"/>
                    </a:lnTo>
                    <a:lnTo>
                      <a:pt x="32084" y="235"/>
                    </a:lnTo>
                    <a:lnTo>
                      <a:pt x="32177" y="329"/>
                    </a:lnTo>
                    <a:lnTo>
                      <a:pt x="32318" y="329"/>
                    </a:lnTo>
                    <a:lnTo>
                      <a:pt x="32412" y="282"/>
                    </a:lnTo>
                    <a:lnTo>
                      <a:pt x="32412" y="235"/>
                    </a:lnTo>
                    <a:lnTo>
                      <a:pt x="32458" y="188"/>
                    </a:lnTo>
                    <a:lnTo>
                      <a:pt x="32412" y="95"/>
                    </a:lnTo>
                    <a:lnTo>
                      <a:pt x="32412" y="48"/>
                    </a:lnTo>
                    <a:lnTo>
                      <a:pt x="32318" y="1"/>
                    </a:lnTo>
                    <a:lnTo>
                      <a:pt x="32177" y="1"/>
                    </a:lnTo>
                    <a:lnTo>
                      <a:pt x="32084" y="95"/>
                    </a:lnTo>
                    <a:lnTo>
                      <a:pt x="328" y="95"/>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0BB03189-A2C7-70F5-7CA9-10EE9FEE46BE}"/>
                  </a:ext>
                </a:extLst>
              </p:cNvPr>
              <p:cNvSpPr/>
              <p:nvPr/>
            </p:nvSpPr>
            <p:spPr>
              <a:xfrm>
                <a:off x="8388742" y="2550608"/>
                <a:ext cx="1471691" cy="17048"/>
              </a:xfrm>
              <a:custGeom>
                <a:avLst/>
                <a:gdLst/>
                <a:ahLst/>
                <a:cxnLst/>
                <a:rect l="l" t="t" r="r" b="b"/>
                <a:pathLst>
                  <a:path w="32459" h="376" extrusionOk="0">
                    <a:moveTo>
                      <a:pt x="141" y="1"/>
                    </a:moveTo>
                    <a:lnTo>
                      <a:pt x="94" y="48"/>
                    </a:lnTo>
                    <a:lnTo>
                      <a:pt x="47" y="94"/>
                    </a:lnTo>
                    <a:lnTo>
                      <a:pt x="1" y="141"/>
                    </a:lnTo>
                    <a:lnTo>
                      <a:pt x="1" y="188"/>
                    </a:lnTo>
                    <a:lnTo>
                      <a:pt x="1" y="282"/>
                    </a:lnTo>
                    <a:lnTo>
                      <a:pt x="47" y="329"/>
                    </a:lnTo>
                    <a:lnTo>
                      <a:pt x="94" y="375"/>
                    </a:lnTo>
                    <a:lnTo>
                      <a:pt x="235" y="375"/>
                    </a:lnTo>
                    <a:lnTo>
                      <a:pt x="328" y="282"/>
                    </a:lnTo>
                    <a:lnTo>
                      <a:pt x="32084" y="282"/>
                    </a:lnTo>
                    <a:lnTo>
                      <a:pt x="32177" y="375"/>
                    </a:lnTo>
                    <a:lnTo>
                      <a:pt x="32318" y="375"/>
                    </a:lnTo>
                    <a:lnTo>
                      <a:pt x="32412" y="329"/>
                    </a:lnTo>
                    <a:lnTo>
                      <a:pt x="32412" y="282"/>
                    </a:lnTo>
                    <a:lnTo>
                      <a:pt x="32458" y="188"/>
                    </a:lnTo>
                    <a:lnTo>
                      <a:pt x="32412" y="141"/>
                    </a:lnTo>
                    <a:lnTo>
                      <a:pt x="32412" y="94"/>
                    </a:lnTo>
                    <a:lnTo>
                      <a:pt x="32318" y="48"/>
                    </a:lnTo>
                    <a:lnTo>
                      <a:pt x="32271" y="1"/>
                    </a:lnTo>
                    <a:lnTo>
                      <a:pt x="32177" y="48"/>
                    </a:lnTo>
                    <a:lnTo>
                      <a:pt x="32084" y="141"/>
                    </a:lnTo>
                    <a:lnTo>
                      <a:pt x="32084" y="94"/>
                    </a:lnTo>
                    <a:lnTo>
                      <a:pt x="328" y="94"/>
                    </a:lnTo>
                    <a:lnTo>
                      <a:pt x="328" y="141"/>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506D127E-E3AA-F258-2CD3-C6AD9A73F1FD}"/>
                  </a:ext>
                </a:extLst>
              </p:cNvPr>
              <p:cNvSpPr/>
              <p:nvPr/>
            </p:nvSpPr>
            <p:spPr>
              <a:xfrm>
                <a:off x="8388742" y="2633445"/>
                <a:ext cx="1471691" cy="17048"/>
              </a:xfrm>
              <a:custGeom>
                <a:avLst/>
                <a:gdLst/>
                <a:ahLst/>
                <a:cxnLst/>
                <a:rect l="l" t="t" r="r" b="b"/>
                <a:pathLst>
                  <a:path w="32459" h="376" extrusionOk="0">
                    <a:moveTo>
                      <a:pt x="94" y="0"/>
                    </a:moveTo>
                    <a:lnTo>
                      <a:pt x="47" y="47"/>
                    </a:lnTo>
                    <a:lnTo>
                      <a:pt x="1" y="141"/>
                    </a:lnTo>
                    <a:lnTo>
                      <a:pt x="1" y="188"/>
                    </a:lnTo>
                    <a:lnTo>
                      <a:pt x="1" y="281"/>
                    </a:lnTo>
                    <a:lnTo>
                      <a:pt x="47" y="328"/>
                    </a:lnTo>
                    <a:lnTo>
                      <a:pt x="94" y="375"/>
                    </a:lnTo>
                    <a:lnTo>
                      <a:pt x="141" y="375"/>
                    </a:lnTo>
                    <a:lnTo>
                      <a:pt x="235" y="328"/>
                    </a:lnTo>
                    <a:lnTo>
                      <a:pt x="328" y="281"/>
                    </a:lnTo>
                    <a:lnTo>
                      <a:pt x="32084" y="281"/>
                    </a:lnTo>
                    <a:lnTo>
                      <a:pt x="32177" y="328"/>
                    </a:lnTo>
                    <a:lnTo>
                      <a:pt x="32271" y="375"/>
                    </a:lnTo>
                    <a:lnTo>
                      <a:pt x="32318" y="375"/>
                    </a:lnTo>
                    <a:lnTo>
                      <a:pt x="32412" y="328"/>
                    </a:lnTo>
                    <a:lnTo>
                      <a:pt x="32412" y="281"/>
                    </a:lnTo>
                    <a:lnTo>
                      <a:pt x="32458" y="188"/>
                    </a:lnTo>
                    <a:lnTo>
                      <a:pt x="32412" y="141"/>
                    </a:lnTo>
                    <a:lnTo>
                      <a:pt x="32412" y="47"/>
                    </a:lnTo>
                    <a:lnTo>
                      <a:pt x="32318" y="0"/>
                    </a:lnTo>
                    <a:lnTo>
                      <a:pt x="32271" y="0"/>
                    </a:lnTo>
                    <a:lnTo>
                      <a:pt x="32177" y="47"/>
                    </a:lnTo>
                    <a:lnTo>
                      <a:pt x="32084" y="94"/>
                    </a:lnTo>
                    <a:lnTo>
                      <a:pt x="328" y="94"/>
                    </a:lnTo>
                    <a:lnTo>
                      <a:pt x="235" y="47"/>
                    </a:lnTo>
                    <a:lnTo>
                      <a:pt x="14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6CC1B7DE-3BFF-5D2B-800A-286D21DE3BF5}"/>
                  </a:ext>
                </a:extLst>
              </p:cNvPr>
              <p:cNvSpPr/>
              <p:nvPr/>
            </p:nvSpPr>
            <p:spPr>
              <a:xfrm>
                <a:off x="8388742" y="2716235"/>
                <a:ext cx="1471691" cy="17048"/>
              </a:xfrm>
              <a:custGeom>
                <a:avLst/>
                <a:gdLst/>
                <a:ahLst/>
                <a:cxnLst/>
                <a:rect l="l" t="t" r="r" b="b"/>
                <a:pathLst>
                  <a:path w="32459" h="376" extrusionOk="0">
                    <a:moveTo>
                      <a:pt x="94" y="1"/>
                    </a:moveTo>
                    <a:lnTo>
                      <a:pt x="47" y="48"/>
                    </a:lnTo>
                    <a:lnTo>
                      <a:pt x="1" y="95"/>
                    </a:lnTo>
                    <a:lnTo>
                      <a:pt x="1" y="188"/>
                    </a:lnTo>
                    <a:lnTo>
                      <a:pt x="1" y="235"/>
                    </a:lnTo>
                    <a:lnTo>
                      <a:pt x="47" y="329"/>
                    </a:lnTo>
                    <a:lnTo>
                      <a:pt x="94" y="329"/>
                    </a:lnTo>
                    <a:lnTo>
                      <a:pt x="141" y="376"/>
                    </a:lnTo>
                    <a:lnTo>
                      <a:pt x="235" y="329"/>
                    </a:lnTo>
                    <a:lnTo>
                      <a:pt x="328" y="282"/>
                    </a:lnTo>
                    <a:lnTo>
                      <a:pt x="32084" y="282"/>
                    </a:lnTo>
                    <a:lnTo>
                      <a:pt x="32177" y="329"/>
                    </a:lnTo>
                    <a:lnTo>
                      <a:pt x="32271" y="376"/>
                    </a:lnTo>
                    <a:lnTo>
                      <a:pt x="32318" y="329"/>
                    </a:lnTo>
                    <a:lnTo>
                      <a:pt x="32412" y="329"/>
                    </a:lnTo>
                    <a:lnTo>
                      <a:pt x="32412" y="235"/>
                    </a:lnTo>
                    <a:lnTo>
                      <a:pt x="32458" y="188"/>
                    </a:lnTo>
                    <a:lnTo>
                      <a:pt x="32412" y="95"/>
                    </a:lnTo>
                    <a:lnTo>
                      <a:pt x="32412" y="48"/>
                    </a:lnTo>
                    <a:lnTo>
                      <a:pt x="32318" y="1"/>
                    </a:lnTo>
                    <a:lnTo>
                      <a:pt x="32271" y="1"/>
                    </a:lnTo>
                    <a:lnTo>
                      <a:pt x="32177" y="48"/>
                    </a:lnTo>
                    <a:lnTo>
                      <a:pt x="32084" y="95"/>
                    </a:lnTo>
                    <a:lnTo>
                      <a:pt x="328" y="95"/>
                    </a:lnTo>
                    <a:lnTo>
                      <a:pt x="235" y="48"/>
                    </a:lnTo>
                    <a:lnTo>
                      <a:pt x="14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1">
              <a:extLst>
                <a:ext uri="{FF2B5EF4-FFF2-40B4-BE49-F238E27FC236}">
                  <a16:creationId xmlns:a16="http://schemas.microsoft.com/office/drawing/2014/main" id="{38F168E5-F502-1258-9D66-531A55A837AC}"/>
                </a:ext>
              </a:extLst>
            </p:cNvPr>
            <p:cNvSpPr/>
            <p:nvPr/>
          </p:nvSpPr>
          <p:spPr>
            <a:xfrm rot="10800000" flipH="1">
              <a:off x="3236833" y="-1502567"/>
              <a:ext cx="197501" cy="3102526"/>
            </a:xfrm>
            <a:custGeom>
              <a:avLst/>
              <a:gdLst/>
              <a:ahLst/>
              <a:cxnLst/>
              <a:rect l="l" t="t" r="r" b="b"/>
              <a:pathLst>
                <a:path w="4356" h="68428" extrusionOk="0">
                  <a:moveTo>
                    <a:pt x="141" y="0"/>
                  </a:moveTo>
                  <a:lnTo>
                    <a:pt x="47" y="47"/>
                  </a:lnTo>
                  <a:lnTo>
                    <a:pt x="0" y="94"/>
                  </a:lnTo>
                  <a:lnTo>
                    <a:pt x="0" y="187"/>
                  </a:lnTo>
                  <a:lnTo>
                    <a:pt x="47" y="281"/>
                  </a:lnTo>
                  <a:lnTo>
                    <a:pt x="94" y="328"/>
                  </a:lnTo>
                  <a:lnTo>
                    <a:pt x="94" y="375"/>
                  </a:lnTo>
                  <a:lnTo>
                    <a:pt x="94" y="28617"/>
                  </a:lnTo>
                  <a:lnTo>
                    <a:pt x="94" y="29273"/>
                  </a:lnTo>
                  <a:lnTo>
                    <a:pt x="94" y="29601"/>
                  </a:lnTo>
                  <a:lnTo>
                    <a:pt x="94" y="29741"/>
                  </a:lnTo>
                  <a:lnTo>
                    <a:pt x="141" y="29788"/>
                  </a:lnTo>
                  <a:lnTo>
                    <a:pt x="188" y="29835"/>
                  </a:lnTo>
                  <a:lnTo>
                    <a:pt x="281" y="29929"/>
                  </a:lnTo>
                  <a:lnTo>
                    <a:pt x="1265" y="30912"/>
                  </a:lnTo>
                  <a:lnTo>
                    <a:pt x="3185" y="32832"/>
                  </a:lnTo>
                  <a:lnTo>
                    <a:pt x="4075" y="33722"/>
                  </a:lnTo>
                  <a:lnTo>
                    <a:pt x="4075" y="33769"/>
                  </a:lnTo>
                  <a:lnTo>
                    <a:pt x="4075" y="33956"/>
                  </a:lnTo>
                  <a:lnTo>
                    <a:pt x="4075" y="34237"/>
                  </a:lnTo>
                  <a:lnTo>
                    <a:pt x="4075" y="34893"/>
                  </a:lnTo>
                  <a:lnTo>
                    <a:pt x="4075" y="37375"/>
                  </a:lnTo>
                  <a:lnTo>
                    <a:pt x="4075" y="42434"/>
                  </a:lnTo>
                  <a:lnTo>
                    <a:pt x="4075" y="52504"/>
                  </a:lnTo>
                  <a:lnTo>
                    <a:pt x="4075" y="68053"/>
                  </a:lnTo>
                  <a:lnTo>
                    <a:pt x="4028" y="68147"/>
                  </a:lnTo>
                  <a:lnTo>
                    <a:pt x="3981" y="68241"/>
                  </a:lnTo>
                  <a:lnTo>
                    <a:pt x="4028" y="68287"/>
                  </a:lnTo>
                  <a:lnTo>
                    <a:pt x="4028" y="68334"/>
                  </a:lnTo>
                  <a:lnTo>
                    <a:pt x="4122" y="68381"/>
                  </a:lnTo>
                  <a:lnTo>
                    <a:pt x="4169" y="68428"/>
                  </a:lnTo>
                  <a:lnTo>
                    <a:pt x="4262" y="68381"/>
                  </a:lnTo>
                  <a:lnTo>
                    <a:pt x="4309" y="68334"/>
                  </a:lnTo>
                  <a:lnTo>
                    <a:pt x="4356" y="68287"/>
                  </a:lnTo>
                  <a:lnTo>
                    <a:pt x="4356" y="68241"/>
                  </a:lnTo>
                  <a:lnTo>
                    <a:pt x="4309" y="68147"/>
                  </a:lnTo>
                  <a:lnTo>
                    <a:pt x="4262" y="68053"/>
                  </a:lnTo>
                  <a:lnTo>
                    <a:pt x="4262" y="52504"/>
                  </a:lnTo>
                  <a:lnTo>
                    <a:pt x="4262" y="42434"/>
                  </a:lnTo>
                  <a:lnTo>
                    <a:pt x="4262" y="37375"/>
                  </a:lnTo>
                  <a:lnTo>
                    <a:pt x="4262" y="34893"/>
                  </a:lnTo>
                  <a:lnTo>
                    <a:pt x="4262" y="34237"/>
                  </a:lnTo>
                  <a:lnTo>
                    <a:pt x="4262" y="33956"/>
                  </a:lnTo>
                  <a:lnTo>
                    <a:pt x="4262" y="33769"/>
                  </a:lnTo>
                  <a:lnTo>
                    <a:pt x="4262" y="33675"/>
                  </a:lnTo>
                  <a:lnTo>
                    <a:pt x="4169" y="33582"/>
                  </a:lnTo>
                  <a:lnTo>
                    <a:pt x="3279" y="32692"/>
                  </a:lnTo>
                  <a:lnTo>
                    <a:pt x="1358" y="30772"/>
                  </a:lnTo>
                  <a:lnTo>
                    <a:pt x="422" y="29835"/>
                  </a:lnTo>
                  <a:lnTo>
                    <a:pt x="281" y="29694"/>
                  </a:lnTo>
                  <a:lnTo>
                    <a:pt x="281" y="29647"/>
                  </a:lnTo>
                  <a:lnTo>
                    <a:pt x="281" y="29601"/>
                  </a:lnTo>
                  <a:lnTo>
                    <a:pt x="281" y="29273"/>
                  </a:lnTo>
                  <a:lnTo>
                    <a:pt x="281" y="28617"/>
                  </a:lnTo>
                  <a:lnTo>
                    <a:pt x="281" y="375"/>
                  </a:lnTo>
                  <a:lnTo>
                    <a:pt x="281" y="328"/>
                  </a:lnTo>
                  <a:lnTo>
                    <a:pt x="328" y="281"/>
                  </a:lnTo>
                  <a:lnTo>
                    <a:pt x="375" y="187"/>
                  </a:lnTo>
                  <a:lnTo>
                    <a:pt x="375" y="94"/>
                  </a:lnTo>
                  <a:lnTo>
                    <a:pt x="328" y="47"/>
                  </a:lnTo>
                  <a:lnTo>
                    <a:pt x="28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 name="Google Shape;622;p31">
              <a:extLst>
                <a:ext uri="{FF2B5EF4-FFF2-40B4-BE49-F238E27FC236}">
                  <a16:creationId xmlns:a16="http://schemas.microsoft.com/office/drawing/2014/main" id="{7ACEA3A3-F503-4648-D6DF-6E0677795E92}"/>
                </a:ext>
              </a:extLst>
            </p:cNvPr>
            <p:cNvGrpSpPr/>
            <p:nvPr/>
          </p:nvGrpSpPr>
          <p:grpSpPr>
            <a:xfrm rot="10800000">
              <a:off x="2039982" y="3495704"/>
              <a:ext cx="1238054" cy="1191399"/>
              <a:chOff x="6316160" y="278394"/>
              <a:chExt cx="1238054" cy="1191399"/>
            </a:xfrm>
          </p:grpSpPr>
          <p:sp>
            <p:nvSpPr>
              <p:cNvPr id="623" name="Google Shape;623;p31">
                <a:extLst>
                  <a:ext uri="{FF2B5EF4-FFF2-40B4-BE49-F238E27FC236}">
                    <a16:creationId xmlns:a16="http://schemas.microsoft.com/office/drawing/2014/main" id="{6756A843-F3FB-035B-6CF5-B82559F0BDB2}"/>
                  </a:ext>
                </a:extLst>
              </p:cNvPr>
              <p:cNvSpPr/>
              <p:nvPr/>
            </p:nvSpPr>
            <p:spPr>
              <a:xfrm>
                <a:off x="631616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353" y="7541"/>
                    </a:lnTo>
                    <a:lnTo>
                      <a:pt x="11850" y="11991"/>
                    </a:lnTo>
                    <a:lnTo>
                      <a:pt x="14051" y="14192"/>
                    </a:lnTo>
                    <a:lnTo>
                      <a:pt x="15175" y="15316"/>
                    </a:lnTo>
                    <a:lnTo>
                      <a:pt x="15737" y="15878"/>
                    </a:lnTo>
                    <a:lnTo>
                      <a:pt x="15737" y="15925"/>
                    </a:lnTo>
                    <a:lnTo>
                      <a:pt x="15737" y="16019"/>
                    </a:lnTo>
                    <a:lnTo>
                      <a:pt x="15737" y="16206"/>
                    </a:lnTo>
                    <a:lnTo>
                      <a:pt x="15737" y="16628"/>
                    </a:lnTo>
                    <a:lnTo>
                      <a:pt x="15737" y="25901"/>
                    </a:lnTo>
                    <a:lnTo>
                      <a:pt x="15737" y="25948"/>
                    </a:lnTo>
                    <a:lnTo>
                      <a:pt x="15690" y="25995"/>
                    </a:lnTo>
                    <a:lnTo>
                      <a:pt x="15643" y="26089"/>
                    </a:lnTo>
                    <a:lnTo>
                      <a:pt x="15643" y="26182"/>
                    </a:lnTo>
                    <a:lnTo>
                      <a:pt x="15690" y="26229"/>
                    </a:lnTo>
                    <a:lnTo>
                      <a:pt x="15784" y="26276"/>
                    </a:lnTo>
                    <a:lnTo>
                      <a:pt x="15925" y="26276"/>
                    </a:lnTo>
                    <a:lnTo>
                      <a:pt x="15971" y="26229"/>
                    </a:lnTo>
                    <a:lnTo>
                      <a:pt x="16018" y="26182"/>
                    </a:lnTo>
                    <a:lnTo>
                      <a:pt x="16018" y="26089"/>
                    </a:lnTo>
                    <a:lnTo>
                      <a:pt x="15971"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3" y="11850"/>
                    </a:lnTo>
                    <a:lnTo>
                      <a:pt x="7494" y="7401"/>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96528655-B181-1A82-C024-84F73725CF23}"/>
                  </a:ext>
                </a:extLst>
              </p:cNvPr>
              <p:cNvSpPr/>
              <p:nvPr/>
            </p:nvSpPr>
            <p:spPr>
              <a:xfrm>
                <a:off x="6388341" y="278394"/>
                <a:ext cx="726301" cy="1191399"/>
              </a:xfrm>
              <a:custGeom>
                <a:avLst/>
                <a:gdLst/>
                <a:ahLst/>
                <a:cxnLst/>
                <a:rect l="l" t="t" r="r" b="b"/>
                <a:pathLst>
                  <a:path w="16019" h="26277" extrusionOk="0">
                    <a:moveTo>
                      <a:pt x="94" y="1"/>
                    </a:moveTo>
                    <a:lnTo>
                      <a:pt x="47" y="48"/>
                    </a:lnTo>
                    <a:lnTo>
                      <a:pt x="1" y="141"/>
                    </a:lnTo>
                    <a:lnTo>
                      <a:pt x="1" y="188"/>
                    </a:lnTo>
                    <a:lnTo>
                      <a:pt x="1"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5860D07E-5A47-33C2-BD76-A6BF39DBCA0F}"/>
                  </a:ext>
                </a:extLst>
              </p:cNvPr>
              <p:cNvSpPr/>
              <p:nvPr/>
            </p:nvSpPr>
            <p:spPr>
              <a:xfrm>
                <a:off x="6460523" y="278394"/>
                <a:ext cx="728432" cy="1191399"/>
              </a:xfrm>
              <a:custGeom>
                <a:avLst/>
                <a:gdLst/>
                <a:ahLst/>
                <a:cxnLst/>
                <a:rect l="l" t="t" r="r" b="b"/>
                <a:pathLst>
                  <a:path w="16066" h="26277" extrusionOk="0">
                    <a:moveTo>
                      <a:pt x="141" y="1"/>
                    </a:moveTo>
                    <a:lnTo>
                      <a:pt x="48" y="48"/>
                    </a:lnTo>
                    <a:lnTo>
                      <a:pt x="48" y="141"/>
                    </a:lnTo>
                    <a:lnTo>
                      <a:pt x="1" y="188"/>
                    </a:lnTo>
                    <a:lnTo>
                      <a:pt x="48" y="235"/>
                    </a:lnTo>
                    <a:lnTo>
                      <a:pt x="48" y="329"/>
                    </a:lnTo>
                    <a:lnTo>
                      <a:pt x="141" y="376"/>
                    </a:lnTo>
                    <a:lnTo>
                      <a:pt x="282" y="376"/>
                    </a:lnTo>
                    <a:lnTo>
                      <a:pt x="7401" y="7541"/>
                    </a:lnTo>
                    <a:lnTo>
                      <a:pt x="11851"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98148353-EDA4-74CF-5A2C-85CE4797FA74}"/>
                  </a:ext>
                </a:extLst>
              </p:cNvPr>
              <p:cNvSpPr/>
              <p:nvPr/>
            </p:nvSpPr>
            <p:spPr>
              <a:xfrm>
                <a:off x="6534880"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4" y="376"/>
                    </a:lnTo>
                    <a:lnTo>
                      <a:pt x="7400" y="7541"/>
                    </a:lnTo>
                    <a:lnTo>
                      <a:pt x="11850" y="11991"/>
                    </a:lnTo>
                    <a:lnTo>
                      <a:pt x="14098" y="14192"/>
                    </a:lnTo>
                    <a:lnTo>
                      <a:pt x="15175" y="15316"/>
                    </a:lnTo>
                    <a:lnTo>
                      <a:pt x="15737" y="15878"/>
                    </a:lnTo>
                    <a:lnTo>
                      <a:pt x="15737" y="15925"/>
                    </a:lnTo>
                    <a:lnTo>
                      <a:pt x="15737" y="16019"/>
                    </a:lnTo>
                    <a:lnTo>
                      <a:pt x="15737" y="16206"/>
                    </a:lnTo>
                    <a:lnTo>
                      <a:pt x="15737" y="16628"/>
                    </a:lnTo>
                    <a:lnTo>
                      <a:pt x="15737" y="25901"/>
                    </a:lnTo>
                    <a:lnTo>
                      <a:pt x="15784" y="25948"/>
                    </a:lnTo>
                    <a:lnTo>
                      <a:pt x="15691" y="25995"/>
                    </a:lnTo>
                    <a:lnTo>
                      <a:pt x="15644" y="26089"/>
                    </a:lnTo>
                    <a:lnTo>
                      <a:pt x="15691" y="26182"/>
                    </a:lnTo>
                    <a:lnTo>
                      <a:pt x="15737" y="26229"/>
                    </a:lnTo>
                    <a:lnTo>
                      <a:pt x="15784" y="26276"/>
                    </a:lnTo>
                    <a:lnTo>
                      <a:pt x="15925" y="26276"/>
                    </a:lnTo>
                    <a:lnTo>
                      <a:pt x="15972" y="26229"/>
                    </a:lnTo>
                    <a:lnTo>
                      <a:pt x="16018" y="26182"/>
                    </a:lnTo>
                    <a:lnTo>
                      <a:pt x="16018" y="26089"/>
                    </a:lnTo>
                    <a:lnTo>
                      <a:pt x="15972"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44" y="11850"/>
                    </a:lnTo>
                    <a:lnTo>
                      <a:pt x="7494" y="7401"/>
                    </a:lnTo>
                    <a:lnTo>
                      <a:pt x="375" y="235"/>
                    </a:lnTo>
                    <a:lnTo>
                      <a:pt x="328" y="235"/>
                    </a:lnTo>
                    <a:lnTo>
                      <a:pt x="328" y="141"/>
                    </a:lnTo>
                    <a:lnTo>
                      <a:pt x="281"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2F9620F0-5A5A-EAF7-1BFE-FB635B80C69B}"/>
                  </a:ext>
                </a:extLst>
              </p:cNvPr>
              <p:cNvSpPr/>
              <p:nvPr/>
            </p:nvSpPr>
            <p:spPr>
              <a:xfrm>
                <a:off x="6607062" y="278394"/>
                <a:ext cx="726301" cy="1191399"/>
              </a:xfrm>
              <a:custGeom>
                <a:avLst/>
                <a:gdLst/>
                <a:ahLst/>
                <a:cxnLst/>
                <a:rect l="l" t="t" r="r" b="b"/>
                <a:pathLst>
                  <a:path w="16019" h="26277" extrusionOk="0">
                    <a:moveTo>
                      <a:pt x="141" y="1"/>
                    </a:moveTo>
                    <a:lnTo>
                      <a:pt x="48" y="48"/>
                    </a:lnTo>
                    <a:lnTo>
                      <a:pt x="1" y="141"/>
                    </a:lnTo>
                    <a:lnTo>
                      <a:pt x="1" y="188"/>
                    </a:lnTo>
                    <a:lnTo>
                      <a:pt x="1" y="235"/>
                    </a:lnTo>
                    <a:lnTo>
                      <a:pt x="48" y="329"/>
                    </a:lnTo>
                    <a:lnTo>
                      <a:pt x="141" y="376"/>
                    </a:lnTo>
                    <a:lnTo>
                      <a:pt x="235" y="376"/>
                    </a:lnTo>
                    <a:lnTo>
                      <a:pt x="7401" y="7541"/>
                    </a:lnTo>
                    <a:lnTo>
                      <a:pt x="11850" y="11991"/>
                    </a:lnTo>
                    <a:lnTo>
                      <a:pt x="14099" y="14192"/>
                    </a:lnTo>
                    <a:lnTo>
                      <a:pt x="15223" y="15316"/>
                    </a:lnTo>
                    <a:lnTo>
                      <a:pt x="15738" y="15878"/>
                    </a:lnTo>
                    <a:lnTo>
                      <a:pt x="15785" y="15878"/>
                    </a:lnTo>
                    <a:lnTo>
                      <a:pt x="15785" y="15925"/>
                    </a:lnTo>
                    <a:lnTo>
                      <a:pt x="15785" y="16019"/>
                    </a:lnTo>
                    <a:lnTo>
                      <a:pt x="15785" y="16206"/>
                    </a:lnTo>
                    <a:lnTo>
                      <a:pt x="15785" y="16628"/>
                    </a:lnTo>
                    <a:lnTo>
                      <a:pt x="15785" y="25901"/>
                    </a:lnTo>
                    <a:lnTo>
                      <a:pt x="15785" y="25948"/>
                    </a:lnTo>
                    <a:lnTo>
                      <a:pt x="15691" y="25995"/>
                    </a:lnTo>
                    <a:lnTo>
                      <a:pt x="15691" y="26089"/>
                    </a:lnTo>
                    <a:lnTo>
                      <a:pt x="15691" y="26182"/>
                    </a:lnTo>
                    <a:lnTo>
                      <a:pt x="15738" y="26229"/>
                    </a:lnTo>
                    <a:lnTo>
                      <a:pt x="15785"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239" y="14099"/>
                    </a:lnTo>
                    <a:lnTo>
                      <a:pt x="11991" y="11850"/>
                    </a:lnTo>
                    <a:lnTo>
                      <a:pt x="7541" y="7401"/>
                    </a:lnTo>
                    <a:lnTo>
                      <a:pt x="375" y="235"/>
                    </a:lnTo>
                    <a:lnTo>
                      <a:pt x="375" y="141"/>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66E379C7-5396-5E43-6869-034B6ACC7F5F}"/>
                  </a:ext>
                </a:extLst>
              </p:cNvPr>
              <p:cNvSpPr/>
              <p:nvPr/>
            </p:nvSpPr>
            <p:spPr>
              <a:xfrm>
                <a:off x="6681374" y="278394"/>
                <a:ext cx="726347" cy="1191399"/>
              </a:xfrm>
              <a:custGeom>
                <a:avLst/>
                <a:gdLst/>
                <a:ahLst/>
                <a:cxnLst/>
                <a:rect l="l" t="t" r="r" b="b"/>
                <a:pathLst>
                  <a:path w="16020" h="26277" extrusionOk="0">
                    <a:moveTo>
                      <a:pt x="95" y="1"/>
                    </a:moveTo>
                    <a:lnTo>
                      <a:pt x="48" y="48"/>
                    </a:lnTo>
                    <a:lnTo>
                      <a:pt x="1" y="141"/>
                    </a:lnTo>
                    <a:lnTo>
                      <a:pt x="1" y="188"/>
                    </a:lnTo>
                    <a:lnTo>
                      <a:pt x="1" y="235"/>
                    </a:lnTo>
                    <a:lnTo>
                      <a:pt x="48" y="329"/>
                    </a:lnTo>
                    <a:lnTo>
                      <a:pt x="141" y="376"/>
                    </a:lnTo>
                    <a:lnTo>
                      <a:pt x="235" y="376"/>
                    </a:lnTo>
                    <a:lnTo>
                      <a:pt x="7354" y="7541"/>
                    </a:lnTo>
                    <a:lnTo>
                      <a:pt x="11851" y="11991"/>
                    </a:lnTo>
                    <a:lnTo>
                      <a:pt x="14052" y="14192"/>
                    </a:lnTo>
                    <a:lnTo>
                      <a:pt x="15176" y="15316"/>
                    </a:lnTo>
                    <a:lnTo>
                      <a:pt x="15738" y="15878"/>
                    </a:lnTo>
                    <a:lnTo>
                      <a:pt x="15738" y="15925"/>
                    </a:lnTo>
                    <a:lnTo>
                      <a:pt x="15738" y="16019"/>
                    </a:lnTo>
                    <a:lnTo>
                      <a:pt x="15738" y="16206"/>
                    </a:lnTo>
                    <a:lnTo>
                      <a:pt x="15738" y="16628"/>
                    </a:lnTo>
                    <a:lnTo>
                      <a:pt x="15738" y="25901"/>
                    </a:lnTo>
                    <a:lnTo>
                      <a:pt x="15738" y="25948"/>
                    </a:lnTo>
                    <a:lnTo>
                      <a:pt x="15691" y="25995"/>
                    </a:lnTo>
                    <a:lnTo>
                      <a:pt x="15644" y="26089"/>
                    </a:lnTo>
                    <a:lnTo>
                      <a:pt x="15691" y="26182"/>
                    </a:lnTo>
                    <a:lnTo>
                      <a:pt x="15691" y="26229"/>
                    </a:lnTo>
                    <a:lnTo>
                      <a:pt x="15785" y="26276"/>
                    </a:lnTo>
                    <a:lnTo>
                      <a:pt x="15925" y="26276"/>
                    </a:lnTo>
                    <a:lnTo>
                      <a:pt x="15972" y="26229"/>
                    </a:lnTo>
                    <a:lnTo>
                      <a:pt x="16019" y="26182"/>
                    </a:lnTo>
                    <a:lnTo>
                      <a:pt x="16019" y="26089"/>
                    </a:lnTo>
                    <a:lnTo>
                      <a:pt x="15972" y="25995"/>
                    </a:lnTo>
                    <a:lnTo>
                      <a:pt x="15925" y="25948"/>
                    </a:lnTo>
                    <a:lnTo>
                      <a:pt x="15925" y="25901"/>
                    </a:lnTo>
                    <a:lnTo>
                      <a:pt x="15925" y="16628"/>
                    </a:lnTo>
                    <a:lnTo>
                      <a:pt x="15925" y="16206"/>
                    </a:lnTo>
                    <a:lnTo>
                      <a:pt x="15925" y="16019"/>
                    </a:lnTo>
                    <a:lnTo>
                      <a:pt x="15925" y="15925"/>
                    </a:lnTo>
                    <a:lnTo>
                      <a:pt x="15925" y="15832"/>
                    </a:lnTo>
                    <a:lnTo>
                      <a:pt x="15879" y="15785"/>
                    </a:lnTo>
                    <a:lnTo>
                      <a:pt x="15317" y="15223"/>
                    </a:lnTo>
                    <a:lnTo>
                      <a:pt x="14192" y="14099"/>
                    </a:lnTo>
                    <a:lnTo>
                      <a:pt x="11944" y="11850"/>
                    </a:lnTo>
                    <a:lnTo>
                      <a:pt x="7495" y="7401"/>
                    </a:lnTo>
                    <a:lnTo>
                      <a:pt x="329" y="235"/>
                    </a:lnTo>
                    <a:lnTo>
                      <a:pt x="329" y="141"/>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4DBD4A10-22F9-440A-624A-9B95563F20DD}"/>
                  </a:ext>
                </a:extLst>
              </p:cNvPr>
              <p:cNvSpPr/>
              <p:nvPr/>
            </p:nvSpPr>
            <p:spPr>
              <a:xfrm>
                <a:off x="6753601" y="278394"/>
                <a:ext cx="726301" cy="1191399"/>
              </a:xfrm>
              <a:custGeom>
                <a:avLst/>
                <a:gdLst/>
                <a:ahLst/>
                <a:cxnLst/>
                <a:rect l="l" t="t" r="r" b="b"/>
                <a:pathLst>
                  <a:path w="16019" h="26277" extrusionOk="0">
                    <a:moveTo>
                      <a:pt x="94" y="1"/>
                    </a:moveTo>
                    <a:lnTo>
                      <a:pt x="47" y="48"/>
                    </a:lnTo>
                    <a:lnTo>
                      <a:pt x="0" y="141"/>
                    </a:lnTo>
                    <a:lnTo>
                      <a:pt x="0" y="188"/>
                    </a:lnTo>
                    <a:lnTo>
                      <a:pt x="0" y="235"/>
                    </a:lnTo>
                    <a:lnTo>
                      <a:pt x="47" y="329"/>
                    </a:lnTo>
                    <a:lnTo>
                      <a:pt x="141" y="376"/>
                    </a:lnTo>
                    <a:lnTo>
                      <a:pt x="235" y="376"/>
                    </a:lnTo>
                    <a:lnTo>
                      <a:pt x="7401" y="7541"/>
                    </a:lnTo>
                    <a:lnTo>
                      <a:pt x="11850" y="11991"/>
                    </a:lnTo>
                    <a:lnTo>
                      <a:pt x="14098" y="14192"/>
                    </a:lnTo>
                    <a:lnTo>
                      <a:pt x="15222" y="15316"/>
                    </a:lnTo>
                    <a:lnTo>
                      <a:pt x="15738" y="15878"/>
                    </a:lnTo>
                    <a:lnTo>
                      <a:pt x="15784" y="15878"/>
                    </a:lnTo>
                    <a:lnTo>
                      <a:pt x="15784" y="15925"/>
                    </a:lnTo>
                    <a:lnTo>
                      <a:pt x="15784" y="16019"/>
                    </a:lnTo>
                    <a:lnTo>
                      <a:pt x="15784" y="16206"/>
                    </a:lnTo>
                    <a:lnTo>
                      <a:pt x="15784" y="16628"/>
                    </a:lnTo>
                    <a:lnTo>
                      <a:pt x="15784" y="25901"/>
                    </a:lnTo>
                    <a:lnTo>
                      <a:pt x="15784" y="25948"/>
                    </a:lnTo>
                    <a:lnTo>
                      <a:pt x="15691" y="25995"/>
                    </a:lnTo>
                    <a:lnTo>
                      <a:pt x="15691" y="26089"/>
                    </a:lnTo>
                    <a:lnTo>
                      <a:pt x="15691" y="26182"/>
                    </a:lnTo>
                    <a:lnTo>
                      <a:pt x="15738" y="26229"/>
                    </a:lnTo>
                    <a:lnTo>
                      <a:pt x="15784" y="26276"/>
                    </a:lnTo>
                    <a:lnTo>
                      <a:pt x="15925" y="26276"/>
                    </a:lnTo>
                    <a:lnTo>
                      <a:pt x="15972" y="26229"/>
                    </a:lnTo>
                    <a:lnTo>
                      <a:pt x="16019" y="26182"/>
                    </a:lnTo>
                    <a:lnTo>
                      <a:pt x="16019" y="26089"/>
                    </a:lnTo>
                    <a:lnTo>
                      <a:pt x="16019" y="25995"/>
                    </a:lnTo>
                    <a:lnTo>
                      <a:pt x="15925" y="25948"/>
                    </a:lnTo>
                    <a:lnTo>
                      <a:pt x="15925" y="25901"/>
                    </a:lnTo>
                    <a:lnTo>
                      <a:pt x="15925" y="16628"/>
                    </a:lnTo>
                    <a:lnTo>
                      <a:pt x="15925" y="16206"/>
                    </a:lnTo>
                    <a:lnTo>
                      <a:pt x="15925" y="16019"/>
                    </a:lnTo>
                    <a:lnTo>
                      <a:pt x="15925" y="15925"/>
                    </a:lnTo>
                    <a:lnTo>
                      <a:pt x="15925" y="15832"/>
                    </a:lnTo>
                    <a:lnTo>
                      <a:pt x="15878" y="15785"/>
                    </a:lnTo>
                    <a:lnTo>
                      <a:pt x="15316" y="15223"/>
                    </a:lnTo>
                    <a:lnTo>
                      <a:pt x="14192" y="14099"/>
                    </a:lnTo>
                    <a:lnTo>
                      <a:pt x="11991" y="11850"/>
                    </a:lnTo>
                    <a:lnTo>
                      <a:pt x="7494" y="7401"/>
                    </a:lnTo>
                    <a:lnTo>
                      <a:pt x="375" y="235"/>
                    </a:lnTo>
                    <a:lnTo>
                      <a:pt x="328" y="235"/>
                    </a:lnTo>
                    <a:lnTo>
                      <a:pt x="375" y="141"/>
                    </a:lnTo>
                    <a:lnTo>
                      <a:pt x="328"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B5D6266C-C091-4C72-11C5-71C83697EE37}"/>
                  </a:ext>
                </a:extLst>
              </p:cNvPr>
              <p:cNvSpPr/>
              <p:nvPr/>
            </p:nvSpPr>
            <p:spPr>
              <a:xfrm>
                <a:off x="6825782" y="278394"/>
                <a:ext cx="728432" cy="1191399"/>
              </a:xfrm>
              <a:custGeom>
                <a:avLst/>
                <a:gdLst/>
                <a:ahLst/>
                <a:cxnLst/>
                <a:rect l="l" t="t" r="r" b="b"/>
                <a:pathLst>
                  <a:path w="16066" h="26277" extrusionOk="0">
                    <a:moveTo>
                      <a:pt x="141" y="1"/>
                    </a:moveTo>
                    <a:lnTo>
                      <a:pt x="95" y="48"/>
                    </a:lnTo>
                    <a:lnTo>
                      <a:pt x="48" y="141"/>
                    </a:lnTo>
                    <a:lnTo>
                      <a:pt x="1" y="188"/>
                    </a:lnTo>
                    <a:lnTo>
                      <a:pt x="48" y="235"/>
                    </a:lnTo>
                    <a:lnTo>
                      <a:pt x="95" y="329"/>
                    </a:lnTo>
                    <a:lnTo>
                      <a:pt x="141" y="376"/>
                    </a:lnTo>
                    <a:lnTo>
                      <a:pt x="282" y="376"/>
                    </a:lnTo>
                    <a:lnTo>
                      <a:pt x="7401" y="7541"/>
                    </a:lnTo>
                    <a:lnTo>
                      <a:pt x="11897" y="11991"/>
                    </a:lnTo>
                    <a:lnTo>
                      <a:pt x="14099" y="14192"/>
                    </a:lnTo>
                    <a:lnTo>
                      <a:pt x="15223" y="15316"/>
                    </a:lnTo>
                    <a:lnTo>
                      <a:pt x="15785" y="15878"/>
                    </a:lnTo>
                    <a:lnTo>
                      <a:pt x="15785" y="15925"/>
                    </a:lnTo>
                    <a:lnTo>
                      <a:pt x="15785" y="16019"/>
                    </a:lnTo>
                    <a:lnTo>
                      <a:pt x="15785" y="16206"/>
                    </a:lnTo>
                    <a:lnTo>
                      <a:pt x="15785" y="16628"/>
                    </a:lnTo>
                    <a:lnTo>
                      <a:pt x="15785" y="25901"/>
                    </a:lnTo>
                    <a:lnTo>
                      <a:pt x="15785" y="25948"/>
                    </a:lnTo>
                    <a:lnTo>
                      <a:pt x="15738" y="25995"/>
                    </a:lnTo>
                    <a:lnTo>
                      <a:pt x="15691" y="26089"/>
                    </a:lnTo>
                    <a:lnTo>
                      <a:pt x="15691" y="26182"/>
                    </a:lnTo>
                    <a:lnTo>
                      <a:pt x="15738" y="26229"/>
                    </a:lnTo>
                    <a:lnTo>
                      <a:pt x="15785" y="26276"/>
                    </a:lnTo>
                    <a:lnTo>
                      <a:pt x="15925" y="26276"/>
                    </a:lnTo>
                    <a:lnTo>
                      <a:pt x="16019" y="26229"/>
                    </a:lnTo>
                    <a:lnTo>
                      <a:pt x="16019" y="26182"/>
                    </a:lnTo>
                    <a:lnTo>
                      <a:pt x="16066" y="26089"/>
                    </a:lnTo>
                    <a:lnTo>
                      <a:pt x="16019" y="25995"/>
                    </a:lnTo>
                    <a:lnTo>
                      <a:pt x="15972" y="25948"/>
                    </a:lnTo>
                    <a:lnTo>
                      <a:pt x="15972" y="25901"/>
                    </a:lnTo>
                    <a:lnTo>
                      <a:pt x="15972" y="16628"/>
                    </a:lnTo>
                    <a:lnTo>
                      <a:pt x="15972" y="16206"/>
                    </a:lnTo>
                    <a:lnTo>
                      <a:pt x="15972" y="16019"/>
                    </a:lnTo>
                    <a:lnTo>
                      <a:pt x="15972" y="15925"/>
                    </a:lnTo>
                    <a:lnTo>
                      <a:pt x="15972" y="15832"/>
                    </a:lnTo>
                    <a:lnTo>
                      <a:pt x="15925" y="15785"/>
                    </a:lnTo>
                    <a:lnTo>
                      <a:pt x="15363" y="15223"/>
                    </a:lnTo>
                    <a:lnTo>
                      <a:pt x="14239" y="14099"/>
                    </a:lnTo>
                    <a:lnTo>
                      <a:pt x="11991" y="11850"/>
                    </a:lnTo>
                    <a:lnTo>
                      <a:pt x="7542" y="7401"/>
                    </a:lnTo>
                    <a:lnTo>
                      <a:pt x="376" y="235"/>
                    </a:lnTo>
                    <a:lnTo>
                      <a:pt x="376" y="141"/>
                    </a:lnTo>
                    <a:lnTo>
                      <a:pt x="329"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1" name="Google Shape;631;p31">
              <a:extLst>
                <a:ext uri="{FF2B5EF4-FFF2-40B4-BE49-F238E27FC236}">
                  <a16:creationId xmlns:a16="http://schemas.microsoft.com/office/drawing/2014/main" id="{55F9C7A3-19D1-8B9D-4DA2-4B27EC176D9D}"/>
                </a:ext>
              </a:extLst>
            </p:cNvPr>
            <p:cNvSpPr/>
            <p:nvPr/>
          </p:nvSpPr>
          <p:spPr>
            <a:xfrm rot="10800000">
              <a:off x="2989508" y="3714979"/>
              <a:ext cx="4378847" cy="2268043"/>
            </a:xfrm>
            <a:custGeom>
              <a:avLst/>
              <a:gdLst/>
              <a:ahLst/>
              <a:cxnLst/>
              <a:rect l="l" t="t" r="r" b="b"/>
              <a:pathLst>
                <a:path w="96578" h="50023" extrusionOk="0">
                  <a:moveTo>
                    <a:pt x="94" y="1"/>
                  </a:moveTo>
                  <a:lnTo>
                    <a:pt x="47" y="48"/>
                  </a:lnTo>
                  <a:lnTo>
                    <a:pt x="0" y="94"/>
                  </a:lnTo>
                  <a:lnTo>
                    <a:pt x="0" y="141"/>
                  </a:lnTo>
                  <a:lnTo>
                    <a:pt x="47" y="282"/>
                  </a:lnTo>
                  <a:lnTo>
                    <a:pt x="94" y="329"/>
                  </a:lnTo>
                  <a:lnTo>
                    <a:pt x="94" y="4357"/>
                  </a:lnTo>
                  <a:lnTo>
                    <a:pt x="94" y="10773"/>
                  </a:lnTo>
                  <a:lnTo>
                    <a:pt x="94" y="12366"/>
                  </a:lnTo>
                  <a:lnTo>
                    <a:pt x="94" y="12600"/>
                  </a:lnTo>
                  <a:lnTo>
                    <a:pt x="94" y="12740"/>
                  </a:lnTo>
                  <a:lnTo>
                    <a:pt x="141" y="12787"/>
                  </a:lnTo>
                  <a:lnTo>
                    <a:pt x="188" y="12834"/>
                  </a:lnTo>
                  <a:lnTo>
                    <a:pt x="469" y="13115"/>
                  </a:lnTo>
                  <a:lnTo>
                    <a:pt x="1031" y="13677"/>
                  </a:lnTo>
                  <a:lnTo>
                    <a:pt x="3326" y="15972"/>
                  </a:lnTo>
                  <a:lnTo>
                    <a:pt x="9461" y="22061"/>
                  </a:lnTo>
                  <a:lnTo>
                    <a:pt x="12506" y="25152"/>
                  </a:lnTo>
                  <a:lnTo>
                    <a:pt x="12693" y="25339"/>
                  </a:lnTo>
                  <a:lnTo>
                    <a:pt x="12787" y="25433"/>
                  </a:lnTo>
                  <a:lnTo>
                    <a:pt x="12833" y="25480"/>
                  </a:lnTo>
                  <a:lnTo>
                    <a:pt x="12880" y="25527"/>
                  </a:lnTo>
                  <a:lnTo>
                    <a:pt x="80981" y="25527"/>
                  </a:lnTo>
                  <a:lnTo>
                    <a:pt x="81074" y="25573"/>
                  </a:lnTo>
                  <a:lnTo>
                    <a:pt x="81777" y="26323"/>
                  </a:lnTo>
                  <a:lnTo>
                    <a:pt x="89177" y="33723"/>
                  </a:lnTo>
                  <a:lnTo>
                    <a:pt x="92877" y="37423"/>
                  </a:lnTo>
                  <a:lnTo>
                    <a:pt x="94751" y="39250"/>
                  </a:lnTo>
                  <a:lnTo>
                    <a:pt x="95641" y="40186"/>
                  </a:lnTo>
                  <a:lnTo>
                    <a:pt x="96109" y="40655"/>
                  </a:lnTo>
                  <a:lnTo>
                    <a:pt x="96343" y="40842"/>
                  </a:lnTo>
                  <a:lnTo>
                    <a:pt x="96343" y="40889"/>
                  </a:lnTo>
                  <a:lnTo>
                    <a:pt x="96343" y="40983"/>
                  </a:lnTo>
                  <a:lnTo>
                    <a:pt x="96343" y="41123"/>
                  </a:lnTo>
                  <a:lnTo>
                    <a:pt x="96343" y="49647"/>
                  </a:lnTo>
                  <a:lnTo>
                    <a:pt x="96343" y="49694"/>
                  </a:lnTo>
                  <a:lnTo>
                    <a:pt x="96249" y="49741"/>
                  </a:lnTo>
                  <a:lnTo>
                    <a:pt x="96249" y="49835"/>
                  </a:lnTo>
                  <a:lnTo>
                    <a:pt x="96249" y="49928"/>
                  </a:lnTo>
                  <a:lnTo>
                    <a:pt x="96296" y="49975"/>
                  </a:lnTo>
                  <a:lnTo>
                    <a:pt x="96343" y="50022"/>
                  </a:lnTo>
                  <a:lnTo>
                    <a:pt x="96484" y="50022"/>
                  </a:lnTo>
                  <a:lnTo>
                    <a:pt x="96530" y="49975"/>
                  </a:lnTo>
                  <a:lnTo>
                    <a:pt x="96577" y="49928"/>
                  </a:lnTo>
                  <a:lnTo>
                    <a:pt x="96577" y="49835"/>
                  </a:lnTo>
                  <a:lnTo>
                    <a:pt x="96577" y="49741"/>
                  </a:lnTo>
                  <a:lnTo>
                    <a:pt x="96484" y="49694"/>
                  </a:lnTo>
                  <a:lnTo>
                    <a:pt x="96484" y="49647"/>
                  </a:lnTo>
                  <a:lnTo>
                    <a:pt x="96484" y="41123"/>
                  </a:lnTo>
                  <a:lnTo>
                    <a:pt x="96484" y="40983"/>
                  </a:lnTo>
                  <a:lnTo>
                    <a:pt x="96484" y="40889"/>
                  </a:lnTo>
                  <a:lnTo>
                    <a:pt x="96484" y="40842"/>
                  </a:lnTo>
                  <a:lnTo>
                    <a:pt x="96484" y="40795"/>
                  </a:lnTo>
                  <a:lnTo>
                    <a:pt x="96249" y="40514"/>
                  </a:lnTo>
                  <a:lnTo>
                    <a:pt x="95781" y="40046"/>
                  </a:lnTo>
                  <a:lnTo>
                    <a:pt x="94844" y="39156"/>
                  </a:lnTo>
                  <a:lnTo>
                    <a:pt x="93018" y="37283"/>
                  </a:lnTo>
                  <a:lnTo>
                    <a:pt x="89318" y="33582"/>
                  </a:lnTo>
                  <a:lnTo>
                    <a:pt x="81917" y="26182"/>
                  </a:lnTo>
                  <a:lnTo>
                    <a:pt x="81168" y="25480"/>
                  </a:lnTo>
                  <a:lnTo>
                    <a:pt x="81074" y="25339"/>
                  </a:lnTo>
                  <a:lnTo>
                    <a:pt x="12927" y="25339"/>
                  </a:lnTo>
                  <a:lnTo>
                    <a:pt x="12927" y="25292"/>
                  </a:lnTo>
                  <a:lnTo>
                    <a:pt x="12833" y="25199"/>
                  </a:lnTo>
                  <a:lnTo>
                    <a:pt x="12599" y="25011"/>
                  </a:lnTo>
                  <a:lnTo>
                    <a:pt x="9555" y="21967"/>
                  </a:lnTo>
                  <a:lnTo>
                    <a:pt x="3466" y="15831"/>
                  </a:lnTo>
                  <a:lnTo>
                    <a:pt x="1171" y="13536"/>
                  </a:lnTo>
                  <a:lnTo>
                    <a:pt x="609" y="12974"/>
                  </a:lnTo>
                  <a:lnTo>
                    <a:pt x="328" y="12693"/>
                  </a:lnTo>
                  <a:lnTo>
                    <a:pt x="281" y="12693"/>
                  </a:lnTo>
                  <a:lnTo>
                    <a:pt x="281" y="12647"/>
                  </a:lnTo>
                  <a:lnTo>
                    <a:pt x="281" y="12600"/>
                  </a:lnTo>
                  <a:lnTo>
                    <a:pt x="281" y="12366"/>
                  </a:lnTo>
                  <a:lnTo>
                    <a:pt x="281" y="10773"/>
                  </a:lnTo>
                  <a:lnTo>
                    <a:pt x="281" y="4357"/>
                  </a:lnTo>
                  <a:lnTo>
                    <a:pt x="281" y="329"/>
                  </a:lnTo>
                  <a:lnTo>
                    <a:pt x="328" y="282"/>
                  </a:lnTo>
                  <a:lnTo>
                    <a:pt x="375" y="141"/>
                  </a:lnTo>
                  <a:lnTo>
                    <a:pt x="375" y="94"/>
                  </a:lnTo>
                  <a:lnTo>
                    <a:pt x="328" y="48"/>
                  </a:lnTo>
                  <a:lnTo>
                    <a:pt x="23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 name="Google Shape;632;p31">
              <a:extLst>
                <a:ext uri="{FF2B5EF4-FFF2-40B4-BE49-F238E27FC236}">
                  <a16:creationId xmlns:a16="http://schemas.microsoft.com/office/drawing/2014/main" id="{2384F252-19E1-C86F-9E29-4C9FCAD1D8FC}"/>
                </a:ext>
              </a:extLst>
            </p:cNvPr>
            <p:cNvGrpSpPr/>
            <p:nvPr/>
          </p:nvGrpSpPr>
          <p:grpSpPr>
            <a:xfrm rot="10800000" flipH="1">
              <a:off x="810213" y="1047808"/>
              <a:ext cx="719954" cy="456619"/>
              <a:chOff x="5647214" y="3680345"/>
              <a:chExt cx="719954" cy="456619"/>
            </a:xfrm>
          </p:grpSpPr>
          <p:sp>
            <p:nvSpPr>
              <p:cNvPr id="633" name="Google Shape;633;p31">
                <a:extLst>
                  <a:ext uri="{FF2B5EF4-FFF2-40B4-BE49-F238E27FC236}">
                    <a16:creationId xmlns:a16="http://schemas.microsoft.com/office/drawing/2014/main" id="{96C1D4C4-FBAB-E4BA-429D-0D8155020183}"/>
                  </a:ext>
                </a:extLst>
              </p:cNvPr>
              <p:cNvSpPr/>
              <p:nvPr/>
            </p:nvSpPr>
            <p:spPr>
              <a:xfrm>
                <a:off x="5647214" y="3680345"/>
                <a:ext cx="719954" cy="456619"/>
              </a:xfrm>
              <a:custGeom>
                <a:avLst/>
                <a:gdLst/>
                <a:ahLst/>
                <a:cxnLst/>
                <a:rect l="l" t="t" r="r" b="b"/>
                <a:pathLst>
                  <a:path w="15879" h="10071" extrusionOk="0">
                    <a:moveTo>
                      <a:pt x="15691" y="1"/>
                    </a:moveTo>
                    <a:lnTo>
                      <a:pt x="15644" y="48"/>
                    </a:lnTo>
                    <a:lnTo>
                      <a:pt x="15550" y="48"/>
                    </a:lnTo>
                    <a:lnTo>
                      <a:pt x="15503" y="141"/>
                    </a:lnTo>
                    <a:lnTo>
                      <a:pt x="15503" y="188"/>
                    </a:lnTo>
                    <a:lnTo>
                      <a:pt x="15550" y="282"/>
                    </a:lnTo>
                    <a:lnTo>
                      <a:pt x="15597" y="329"/>
                    </a:lnTo>
                    <a:lnTo>
                      <a:pt x="15597" y="375"/>
                    </a:lnTo>
                    <a:lnTo>
                      <a:pt x="15597" y="3513"/>
                    </a:lnTo>
                    <a:lnTo>
                      <a:pt x="15597" y="5574"/>
                    </a:lnTo>
                    <a:lnTo>
                      <a:pt x="15597" y="6605"/>
                    </a:lnTo>
                    <a:lnTo>
                      <a:pt x="15597" y="6839"/>
                    </a:lnTo>
                    <a:lnTo>
                      <a:pt x="15597" y="6979"/>
                    </a:lnTo>
                    <a:lnTo>
                      <a:pt x="15550" y="7026"/>
                    </a:lnTo>
                    <a:lnTo>
                      <a:pt x="15222" y="7401"/>
                    </a:lnTo>
                    <a:lnTo>
                      <a:pt x="13817" y="8759"/>
                    </a:lnTo>
                    <a:lnTo>
                      <a:pt x="13115" y="9462"/>
                    </a:lnTo>
                    <a:lnTo>
                      <a:pt x="12787" y="9790"/>
                    </a:lnTo>
                    <a:lnTo>
                      <a:pt x="12787" y="9836"/>
                    </a:lnTo>
                    <a:lnTo>
                      <a:pt x="375" y="9836"/>
                    </a:lnTo>
                    <a:lnTo>
                      <a:pt x="282" y="9743"/>
                    </a:lnTo>
                    <a:lnTo>
                      <a:pt x="188" y="9696"/>
                    </a:lnTo>
                    <a:lnTo>
                      <a:pt x="141" y="9743"/>
                    </a:lnTo>
                    <a:lnTo>
                      <a:pt x="47" y="9790"/>
                    </a:lnTo>
                    <a:lnTo>
                      <a:pt x="47" y="9836"/>
                    </a:lnTo>
                    <a:lnTo>
                      <a:pt x="1" y="9883"/>
                    </a:lnTo>
                    <a:lnTo>
                      <a:pt x="47" y="9977"/>
                    </a:lnTo>
                    <a:lnTo>
                      <a:pt x="47" y="10024"/>
                    </a:lnTo>
                    <a:lnTo>
                      <a:pt x="141" y="10071"/>
                    </a:lnTo>
                    <a:lnTo>
                      <a:pt x="282" y="10071"/>
                    </a:lnTo>
                    <a:lnTo>
                      <a:pt x="375" y="9977"/>
                    </a:lnTo>
                    <a:lnTo>
                      <a:pt x="12881" y="9977"/>
                    </a:lnTo>
                    <a:lnTo>
                      <a:pt x="12881" y="9930"/>
                    </a:lnTo>
                    <a:lnTo>
                      <a:pt x="13255" y="9602"/>
                    </a:lnTo>
                    <a:lnTo>
                      <a:pt x="13958" y="8900"/>
                    </a:lnTo>
                    <a:lnTo>
                      <a:pt x="15316" y="7495"/>
                    </a:lnTo>
                    <a:lnTo>
                      <a:pt x="15691" y="7167"/>
                    </a:lnTo>
                    <a:lnTo>
                      <a:pt x="15738" y="7073"/>
                    </a:lnTo>
                    <a:lnTo>
                      <a:pt x="15784" y="7073"/>
                    </a:lnTo>
                    <a:lnTo>
                      <a:pt x="15784" y="7026"/>
                    </a:lnTo>
                    <a:lnTo>
                      <a:pt x="15784" y="6839"/>
                    </a:lnTo>
                    <a:lnTo>
                      <a:pt x="15784" y="6605"/>
                    </a:lnTo>
                    <a:lnTo>
                      <a:pt x="15784" y="5574"/>
                    </a:lnTo>
                    <a:lnTo>
                      <a:pt x="15784" y="3513"/>
                    </a:lnTo>
                    <a:lnTo>
                      <a:pt x="15784" y="375"/>
                    </a:lnTo>
                    <a:lnTo>
                      <a:pt x="15784" y="329"/>
                    </a:lnTo>
                    <a:lnTo>
                      <a:pt x="15831" y="282"/>
                    </a:lnTo>
                    <a:lnTo>
                      <a:pt x="15878" y="188"/>
                    </a:lnTo>
                    <a:lnTo>
                      <a:pt x="15878" y="141"/>
                    </a:lnTo>
                    <a:lnTo>
                      <a:pt x="15831" y="48"/>
                    </a:lnTo>
                    <a:lnTo>
                      <a:pt x="15784" y="48"/>
                    </a:lnTo>
                    <a:lnTo>
                      <a:pt x="1569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5E2C61A8-7321-3C62-A883-6BAEA53BAA37}"/>
                  </a:ext>
                </a:extLst>
              </p:cNvPr>
              <p:cNvSpPr/>
              <p:nvPr/>
            </p:nvSpPr>
            <p:spPr>
              <a:xfrm>
                <a:off x="5647214" y="3680345"/>
                <a:ext cx="654120" cy="397178"/>
              </a:xfrm>
              <a:custGeom>
                <a:avLst/>
                <a:gdLst/>
                <a:ahLst/>
                <a:cxnLst/>
                <a:rect l="l" t="t" r="r" b="b"/>
                <a:pathLst>
                  <a:path w="14427" h="8760" extrusionOk="0">
                    <a:moveTo>
                      <a:pt x="14239" y="1"/>
                    </a:moveTo>
                    <a:lnTo>
                      <a:pt x="14192" y="48"/>
                    </a:lnTo>
                    <a:lnTo>
                      <a:pt x="14145" y="48"/>
                    </a:lnTo>
                    <a:lnTo>
                      <a:pt x="14098" y="141"/>
                    </a:lnTo>
                    <a:lnTo>
                      <a:pt x="14098" y="188"/>
                    </a:lnTo>
                    <a:lnTo>
                      <a:pt x="14098" y="282"/>
                    </a:lnTo>
                    <a:lnTo>
                      <a:pt x="14192" y="329"/>
                    </a:lnTo>
                    <a:lnTo>
                      <a:pt x="14192" y="375"/>
                    </a:lnTo>
                    <a:lnTo>
                      <a:pt x="14192" y="3232"/>
                    </a:lnTo>
                    <a:lnTo>
                      <a:pt x="14192" y="5059"/>
                    </a:lnTo>
                    <a:lnTo>
                      <a:pt x="14192" y="5996"/>
                    </a:lnTo>
                    <a:lnTo>
                      <a:pt x="14192" y="6230"/>
                    </a:lnTo>
                    <a:lnTo>
                      <a:pt x="14192" y="6324"/>
                    </a:lnTo>
                    <a:lnTo>
                      <a:pt x="14145" y="6370"/>
                    </a:lnTo>
                    <a:lnTo>
                      <a:pt x="13817" y="6698"/>
                    </a:lnTo>
                    <a:lnTo>
                      <a:pt x="12740" y="7776"/>
                    </a:lnTo>
                    <a:lnTo>
                      <a:pt x="12225" y="8291"/>
                    </a:lnTo>
                    <a:lnTo>
                      <a:pt x="12084" y="8431"/>
                    </a:lnTo>
                    <a:lnTo>
                      <a:pt x="12038" y="8478"/>
                    </a:lnTo>
                    <a:lnTo>
                      <a:pt x="11991" y="8525"/>
                    </a:lnTo>
                    <a:lnTo>
                      <a:pt x="375" y="8525"/>
                    </a:lnTo>
                    <a:lnTo>
                      <a:pt x="282" y="8431"/>
                    </a:lnTo>
                    <a:lnTo>
                      <a:pt x="188" y="8384"/>
                    </a:lnTo>
                    <a:lnTo>
                      <a:pt x="141" y="8431"/>
                    </a:lnTo>
                    <a:lnTo>
                      <a:pt x="47" y="8478"/>
                    </a:lnTo>
                    <a:lnTo>
                      <a:pt x="47" y="8525"/>
                    </a:lnTo>
                    <a:lnTo>
                      <a:pt x="1" y="8572"/>
                    </a:lnTo>
                    <a:lnTo>
                      <a:pt x="47" y="8665"/>
                    </a:lnTo>
                    <a:lnTo>
                      <a:pt x="47" y="8712"/>
                    </a:lnTo>
                    <a:lnTo>
                      <a:pt x="141" y="8759"/>
                    </a:lnTo>
                    <a:lnTo>
                      <a:pt x="282" y="8759"/>
                    </a:lnTo>
                    <a:lnTo>
                      <a:pt x="375" y="8665"/>
                    </a:lnTo>
                    <a:lnTo>
                      <a:pt x="12084" y="8665"/>
                    </a:lnTo>
                    <a:lnTo>
                      <a:pt x="12131" y="8619"/>
                    </a:lnTo>
                    <a:lnTo>
                      <a:pt x="12225" y="8572"/>
                    </a:lnTo>
                    <a:lnTo>
                      <a:pt x="12319" y="8431"/>
                    </a:lnTo>
                    <a:lnTo>
                      <a:pt x="12881" y="7869"/>
                    </a:lnTo>
                    <a:lnTo>
                      <a:pt x="13958" y="6839"/>
                    </a:lnTo>
                    <a:lnTo>
                      <a:pt x="14239" y="6511"/>
                    </a:lnTo>
                    <a:lnTo>
                      <a:pt x="14333" y="6417"/>
                    </a:lnTo>
                    <a:lnTo>
                      <a:pt x="14333" y="6370"/>
                    </a:lnTo>
                    <a:lnTo>
                      <a:pt x="14333" y="6230"/>
                    </a:lnTo>
                    <a:lnTo>
                      <a:pt x="14333" y="5996"/>
                    </a:lnTo>
                    <a:lnTo>
                      <a:pt x="14333" y="5059"/>
                    </a:lnTo>
                    <a:lnTo>
                      <a:pt x="14333" y="3232"/>
                    </a:lnTo>
                    <a:lnTo>
                      <a:pt x="14333" y="375"/>
                    </a:lnTo>
                    <a:lnTo>
                      <a:pt x="14333" y="329"/>
                    </a:lnTo>
                    <a:lnTo>
                      <a:pt x="14426" y="282"/>
                    </a:lnTo>
                    <a:lnTo>
                      <a:pt x="14426" y="188"/>
                    </a:lnTo>
                    <a:lnTo>
                      <a:pt x="14426" y="141"/>
                    </a:lnTo>
                    <a:lnTo>
                      <a:pt x="14379" y="48"/>
                    </a:lnTo>
                    <a:lnTo>
                      <a:pt x="14333" y="48"/>
                    </a:lnTo>
                    <a:lnTo>
                      <a:pt x="1423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F5AE8B20-039C-61C8-1401-C4F06142843D}"/>
                  </a:ext>
                </a:extLst>
              </p:cNvPr>
              <p:cNvSpPr/>
              <p:nvPr/>
            </p:nvSpPr>
            <p:spPr>
              <a:xfrm>
                <a:off x="5647214" y="3680345"/>
                <a:ext cx="586156" cy="333430"/>
              </a:xfrm>
              <a:custGeom>
                <a:avLst/>
                <a:gdLst/>
                <a:ahLst/>
                <a:cxnLst/>
                <a:rect l="l" t="t" r="r" b="b"/>
                <a:pathLst>
                  <a:path w="12928" h="7354" extrusionOk="0">
                    <a:moveTo>
                      <a:pt x="12740" y="1"/>
                    </a:moveTo>
                    <a:lnTo>
                      <a:pt x="12693" y="48"/>
                    </a:lnTo>
                    <a:lnTo>
                      <a:pt x="12646" y="48"/>
                    </a:lnTo>
                    <a:lnTo>
                      <a:pt x="12600" y="141"/>
                    </a:lnTo>
                    <a:lnTo>
                      <a:pt x="12600" y="188"/>
                    </a:lnTo>
                    <a:lnTo>
                      <a:pt x="12600" y="282"/>
                    </a:lnTo>
                    <a:lnTo>
                      <a:pt x="12693" y="329"/>
                    </a:lnTo>
                    <a:lnTo>
                      <a:pt x="12693" y="375"/>
                    </a:lnTo>
                    <a:lnTo>
                      <a:pt x="12693" y="3045"/>
                    </a:lnTo>
                    <a:lnTo>
                      <a:pt x="12693" y="4731"/>
                    </a:lnTo>
                    <a:lnTo>
                      <a:pt x="12693" y="5574"/>
                    </a:lnTo>
                    <a:lnTo>
                      <a:pt x="12693" y="5762"/>
                    </a:lnTo>
                    <a:lnTo>
                      <a:pt x="12693" y="5855"/>
                    </a:lnTo>
                    <a:lnTo>
                      <a:pt x="12693" y="5902"/>
                    </a:lnTo>
                    <a:lnTo>
                      <a:pt x="12646" y="5902"/>
                    </a:lnTo>
                    <a:lnTo>
                      <a:pt x="12365" y="6183"/>
                    </a:lnTo>
                    <a:lnTo>
                      <a:pt x="11757" y="6792"/>
                    </a:lnTo>
                    <a:lnTo>
                      <a:pt x="11476" y="7073"/>
                    </a:lnTo>
                    <a:lnTo>
                      <a:pt x="375" y="7073"/>
                    </a:lnTo>
                    <a:lnTo>
                      <a:pt x="282" y="7026"/>
                    </a:lnTo>
                    <a:lnTo>
                      <a:pt x="188" y="6979"/>
                    </a:lnTo>
                    <a:lnTo>
                      <a:pt x="141" y="7026"/>
                    </a:lnTo>
                    <a:lnTo>
                      <a:pt x="47" y="7026"/>
                    </a:lnTo>
                    <a:lnTo>
                      <a:pt x="47" y="7120"/>
                    </a:lnTo>
                    <a:lnTo>
                      <a:pt x="1" y="7167"/>
                    </a:lnTo>
                    <a:lnTo>
                      <a:pt x="47" y="7260"/>
                    </a:lnTo>
                    <a:lnTo>
                      <a:pt x="47" y="7307"/>
                    </a:lnTo>
                    <a:lnTo>
                      <a:pt x="141" y="7354"/>
                    </a:lnTo>
                    <a:lnTo>
                      <a:pt x="188" y="7354"/>
                    </a:lnTo>
                    <a:lnTo>
                      <a:pt x="282" y="7307"/>
                    </a:lnTo>
                    <a:lnTo>
                      <a:pt x="375" y="7260"/>
                    </a:lnTo>
                    <a:lnTo>
                      <a:pt x="11569" y="7260"/>
                    </a:lnTo>
                    <a:lnTo>
                      <a:pt x="11897" y="6932"/>
                    </a:lnTo>
                    <a:lnTo>
                      <a:pt x="12506" y="6324"/>
                    </a:lnTo>
                    <a:lnTo>
                      <a:pt x="12787" y="5996"/>
                    </a:lnTo>
                    <a:lnTo>
                      <a:pt x="12834" y="5949"/>
                    </a:lnTo>
                    <a:lnTo>
                      <a:pt x="12834" y="5902"/>
                    </a:lnTo>
                    <a:lnTo>
                      <a:pt x="12834" y="5762"/>
                    </a:lnTo>
                    <a:lnTo>
                      <a:pt x="12834" y="5574"/>
                    </a:lnTo>
                    <a:lnTo>
                      <a:pt x="12834" y="4731"/>
                    </a:lnTo>
                    <a:lnTo>
                      <a:pt x="12834" y="3045"/>
                    </a:lnTo>
                    <a:lnTo>
                      <a:pt x="12834" y="375"/>
                    </a:lnTo>
                    <a:lnTo>
                      <a:pt x="12834" y="329"/>
                    </a:lnTo>
                    <a:lnTo>
                      <a:pt x="12927" y="282"/>
                    </a:lnTo>
                    <a:lnTo>
                      <a:pt x="12927" y="188"/>
                    </a:lnTo>
                    <a:lnTo>
                      <a:pt x="12927" y="141"/>
                    </a:lnTo>
                    <a:lnTo>
                      <a:pt x="12881" y="48"/>
                    </a:lnTo>
                    <a:lnTo>
                      <a:pt x="12834" y="48"/>
                    </a:lnTo>
                    <a:lnTo>
                      <a:pt x="1274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1">
              <a:extLst>
                <a:ext uri="{FF2B5EF4-FFF2-40B4-BE49-F238E27FC236}">
                  <a16:creationId xmlns:a16="http://schemas.microsoft.com/office/drawing/2014/main" id="{A9D0B875-6B08-E06D-3AB9-B1F4890D920E}"/>
                </a:ext>
              </a:extLst>
            </p:cNvPr>
            <p:cNvGrpSpPr/>
            <p:nvPr/>
          </p:nvGrpSpPr>
          <p:grpSpPr>
            <a:xfrm rot="10800000" flipH="1">
              <a:off x="810213" y="1417329"/>
              <a:ext cx="719954" cy="456574"/>
              <a:chOff x="5647214" y="3310870"/>
              <a:chExt cx="719954" cy="456574"/>
            </a:xfrm>
          </p:grpSpPr>
          <p:sp>
            <p:nvSpPr>
              <p:cNvPr id="637" name="Google Shape;637;p31">
                <a:extLst>
                  <a:ext uri="{FF2B5EF4-FFF2-40B4-BE49-F238E27FC236}">
                    <a16:creationId xmlns:a16="http://schemas.microsoft.com/office/drawing/2014/main" id="{C145E23B-996F-4B90-7BDC-0003A71F8EB5}"/>
                  </a:ext>
                </a:extLst>
              </p:cNvPr>
              <p:cNvSpPr/>
              <p:nvPr/>
            </p:nvSpPr>
            <p:spPr>
              <a:xfrm>
                <a:off x="5647214" y="3310870"/>
                <a:ext cx="719954" cy="456574"/>
              </a:xfrm>
              <a:custGeom>
                <a:avLst/>
                <a:gdLst/>
                <a:ahLst/>
                <a:cxnLst/>
                <a:rect l="l" t="t" r="r" b="b"/>
                <a:pathLst>
                  <a:path w="15879" h="10070" extrusionOk="0">
                    <a:moveTo>
                      <a:pt x="15644" y="0"/>
                    </a:moveTo>
                    <a:lnTo>
                      <a:pt x="15550" y="47"/>
                    </a:lnTo>
                    <a:lnTo>
                      <a:pt x="15503" y="94"/>
                    </a:lnTo>
                    <a:lnTo>
                      <a:pt x="15503" y="188"/>
                    </a:lnTo>
                    <a:lnTo>
                      <a:pt x="15550" y="281"/>
                    </a:lnTo>
                    <a:lnTo>
                      <a:pt x="15597" y="328"/>
                    </a:lnTo>
                    <a:lnTo>
                      <a:pt x="15597" y="375"/>
                    </a:lnTo>
                    <a:lnTo>
                      <a:pt x="15597" y="3513"/>
                    </a:lnTo>
                    <a:lnTo>
                      <a:pt x="15597" y="5574"/>
                    </a:lnTo>
                    <a:lnTo>
                      <a:pt x="15597" y="6604"/>
                    </a:lnTo>
                    <a:lnTo>
                      <a:pt x="15597" y="6838"/>
                    </a:lnTo>
                    <a:lnTo>
                      <a:pt x="15597" y="6979"/>
                    </a:lnTo>
                    <a:lnTo>
                      <a:pt x="15550" y="7026"/>
                    </a:lnTo>
                    <a:lnTo>
                      <a:pt x="15222" y="7400"/>
                    </a:lnTo>
                    <a:lnTo>
                      <a:pt x="13817" y="8759"/>
                    </a:lnTo>
                    <a:lnTo>
                      <a:pt x="13115" y="9461"/>
                    </a:lnTo>
                    <a:lnTo>
                      <a:pt x="12787" y="9789"/>
                    </a:lnTo>
                    <a:lnTo>
                      <a:pt x="375" y="9789"/>
                    </a:lnTo>
                    <a:lnTo>
                      <a:pt x="375" y="9836"/>
                    </a:lnTo>
                    <a:lnTo>
                      <a:pt x="282" y="9742"/>
                    </a:lnTo>
                    <a:lnTo>
                      <a:pt x="188" y="9695"/>
                    </a:lnTo>
                    <a:lnTo>
                      <a:pt x="141" y="9742"/>
                    </a:lnTo>
                    <a:lnTo>
                      <a:pt x="47" y="9789"/>
                    </a:lnTo>
                    <a:lnTo>
                      <a:pt x="47" y="9836"/>
                    </a:lnTo>
                    <a:lnTo>
                      <a:pt x="1" y="9883"/>
                    </a:lnTo>
                    <a:lnTo>
                      <a:pt x="47" y="9976"/>
                    </a:lnTo>
                    <a:lnTo>
                      <a:pt x="47" y="10023"/>
                    </a:lnTo>
                    <a:lnTo>
                      <a:pt x="141" y="10070"/>
                    </a:lnTo>
                    <a:lnTo>
                      <a:pt x="188" y="10070"/>
                    </a:lnTo>
                    <a:lnTo>
                      <a:pt x="282" y="10023"/>
                    </a:lnTo>
                    <a:lnTo>
                      <a:pt x="375" y="9976"/>
                    </a:lnTo>
                    <a:lnTo>
                      <a:pt x="12881" y="9976"/>
                    </a:lnTo>
                    <a:lnTo>
                      <a:pt x="12881" y="9929"/>
                    </a:lnTo>
                    <a:lnTo>
                      <a:pt x="13255" y="9602"/>
                    </a:lnTo>
                    <a:lnTo>
                      <a:pt x="13958" y="8899"/>
                    </a:lnTo>
                    <a:lnTo>
                      <a:pt x="15316" y="7494"/>
                    </a:lnTo>
                    <a:lnTo>
                      <a:pt x="15691" y="7166"/>
                    </a:lnTo>
                    <a:lnTo>
                      <a:pt x="15738" y="7072"/>
                    </a:lnTo>
                    <a:lnTo>
                      <a:pt x="15784" y="7026"/>
                    </a:lnTo>
                    <a:lnTo>
                      <a:pt x="15784" y="6979"/>
                    </a:lnTo>
                    <a:lnTo>
                      <a:pt x="15784" y="6838"/>
                    </a:lnTo>
                    <a:lnTo>
                      <a:pt x="15784" y="6604"/>
                    </a:lnTo>
                    <a:lnTo>
                      <a:pt x="15784" y="5574"/>
                    </a:lnTo>
                    <a:lnTo>
                      <a:pt x="15784" y="3513"/>
                    </a:lnTo>
                    <a:lnTo>
                      <a:pt x="15784" y="375"/>
                    </a:lnTo>
                    <a:lnTo>
                      <a:pt x="15784" y="328"/>
                    </a:lnTo>
                    <a:lnTo>
                      <a:pt x="15831" y="281"/>
                    </a:lnTo>
                    <a:lnTo>
                      <a:pt x="15878" y="188"/>
                    </a:lnTo>
                    <a:lnTo>
                      <a:pt x="15878" y="94"/>
                    </a:lnTo>
                    <a:lnTo>
                      <a:pt x="15831" y="47"/>
                    </a:lnTo>
                    <a:lnTo>
                      <a:pt x="1578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0F570A6A-67EF-0D17-1F4C-0A10D8CDE797}"/>
                  </a:ext>
                </a:extLst>
              </p:cNvPr>
              <p:cNvSpPr/>
              <p:nvPr/>
            </p:nvSpPr>
            <p:spPr>
              <a:xfrm>
                <a:off x="5647214" y="3310870"/>
                <a:ext cx="654120" cy="397133"/>
              </a:xfrm>
              <a:custGeom>
                <a:avLst/>
                <a:gdLst/>
                <a:ahLst/>
                <a:cxnLst/>
                <a:rect l="l" t="t" r="r" b="b"/>
                <a:pathLst>
                  <a:path w="14427" h="8759" extrusionOk="0">
                    <a:moveTo>
                      <a:pt x="14192" y="0"/>
                    </a:moveTo>
                    <a:lnTo>
                      <a:pt x="14145" y="47"/>
                    </a:lnTo>
                    <a:lnTo>
                      <a:pt x="14098" y="94"/>
                    </a:lnTo>
                    <a:lnTo>
                      <a:pt x="14098" y="188"/>
                    </a:lnTo>
                    <a:lnTo>
                      <a:pt x="14098" y="281"/>
                    </a:lnTo>
                    <a:lnTo>
                      <a:pt x="14192" y="328"/>
                    </a:lnTo>
                    <a:lnTo>
                      <a:pt x="14192" y="375"/>
                    </a:lnTo>
                    <a:lnTo>
                      <a:pt x="14192" y="3232"/>
                    </a:lnTo>
                    <a:lnTo>
                      <a:pt x="14192" y="5058"/>
                    </a:lnTo>
                    <a:lnTo>
                      <a:pt x="14192" y="5995"/>
                    </a:lnTo>
                    <a:lnTo>
                      <a:pt x="14192" y="6229"/>
                    </a:lnTo>
                    <a:lnTo>
                      <a:pt x="14192" y="6323"/>
                    </a:lnTo>
                    <a:lnTo>
                      <a:pt x="14145" y="6370"/>
                    </a:lnTo>
                    <a:lnTo>
                      <a:pt x="13817" y="6698"/>
                    </a:lnTo>
                    <a:lnTo>
                      <a:pt x="12740" y="7775"/>
                    </a:lnTo>
                    <a:lnTo>
                      <a:pt x="12225" y="8290"/>
                    </a:lnTo>
                    <a:lnTo>
                      <a:pt x="12084" y="8431"/>
                    </a:lnTo>
                    <a:lnTo>
                      <a:pt x="12038" y="8478"/>
                    </a:lnTo>
                    <a:lnTo>
                      <a:pt x="375" y="8478"/>
                    </a:lnTo>
                    <a:lnTo>
                      <a:pt x="282" y="8431"/>
                    </a:lnTo>
                    <a:lnTo>
                      <a:pt x="188" y="8384"/>
                    </a:lnTo>
                    <a:lnTo>
                      <a:pt x="141" y="8431"/>
                    </a:lnTo>
                    <a:lnTo>
                      <a:pt x="47" y="8478"/>
                    </a:lnTo>
                    <a:lnTo>
                      <a:pt x="47" y="8524"/>
                    </a:lnTo>
                    <a:lnTo>
                      <a:pt x="1" y="8571"/>
                    </a:lnTo>
                    <a:lnTo>
                      <a:pt x="47" y="8665"/>
                    </a:lnTo>
                    <a:lnTo>
                      <a:pt x="47" y="8712"/>
                    </a:lnTo>
                    <a:lnTo>
                      <a:pt x="141" y="8759"/>
                    </a:lnTo>
                    <a:lnTo>
                      <a:pt x="188" y="8759"/>
                    </a:lnTo>
                    <a:lnTo>
                      <a:pt x="282" y="8712"/>
                    </a:lnTo>
                    <a:lnTo>
                      <a:pt x="375" y="8665"/>
                    </a:lnTo>
                    <a:lnTo>
                      <a:pt x="12084" y="8665"/>
                    </a:lnTo>
                    <a:lnTo>
                      <a:pt x="12131" y="8618"/>
                    </a:lnTo>
                    <a:lnTo>
                      <a:pt x="12225" y="8524"/>
                    </a:lnTo>
                    <a:lnTo>
                      <a:pt x="12319" y="8431"/>
                    </a:lnTo>
                    <a:lnTo>
                      <a:pt x="12881" y="7869"/>
                    </a:lnTo>
                    <a:lnTo>
                      <a:pt x="13958" y="6838"/>
                    </a:lnTo>
                    <a:lnTo>
                      <a:pt x="14239" y="6510"/>
                    </a:lnTo>
                    <a:lnTo>
                      <a:pt x="14333" y="6417"/>
                    </a:lnTo>
                    <a:lnTo>
                      <a:pt x="14333" y="6370"/>
                    </a:lnTo>
                    <a:lnTo>
                      <a:pt x="14333" y="6229"/>
                    </a:lnTo>
                    <a:lnTo>
                      <a:pt x="14333" y="5995"/>
                    </a:lnTo>
                    <a:lnTo>
                      <a:pt x="14333" y="5058"/>
                    </a:lnTo>
                    <a:lnTo>
                      <a:pt x="14333" y="3232"/>
                    </a:lnTo>
                    <a:lnTo>
                      <a:pt x="14333" y="375"/>
                    </a:lnTo>
                    <a:lnTo>
                      <a:pt x="14333" y="328"/>
                    </a:lnTo>
                    <a:lnTo>
                      <a:pt x="14426" y="281"/>
                    </a:lnTo>
                    <a:lnTo>
                      <a:pt x="14426" y="188"/>
                    </a:lnTo>
                    <a:lnTo>
                      <a:pt x="14426" y="94"/>
                    </a:lnTo>
                    <a:lnTo>
                      <a:pt x="14379" y="47"/>
                    </a:lnTo>
                    <a:lnTo>
                      <a:pt x="143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0AB8A9CC-4B9C-CE38-8693-BF9140838914}"/>
                  </a:ext>
                </a:extLst>
              </p:cNvPr>
              <p:cNvSpPr/>
              <p:nvPr/>
            </p:nvSpPr>
            <p:spPr>
              <a:xfrm>
                <a:off x="5647214" y="3310870"/>
                <a:ext cx="586156" cy="333430"/>
              </a:xfrm>
              <a:custGeom>
                <a:avLst/>
                <a:gdLst/>
                <a:ahLst/>
                <a:cxnLst/>
                <a:rect l="l" t="t" r="r" b="b"/>
                <a:pathLst>
                  <a:path w="12928" h="7354" extrusionOk="0">
                    <a:moveTo>
                      <a:pt x="12693" y="0"/>
                    </a:moveTo>
                    <a:lnTo>
                      <a:pt x="12646" y="47"/>
                    </a:lnTo>
                    <a:lnTo>
                      <a:pt x="12600" y="94"/>
                    </a:lnTo>
                    <a:lnTo>
                      <a:pt x="12600" y="188"/>
                    </a:lnTo>
                    <a:lnTo>
                      <a:pt x="12600" y="281"/>
                    </a:lnTo>
                    <a:lnTo>
                      <a:pt x="12693" y="328"/>
                    </a:lnTo>
                    <a:lnTo>
                      <a:pt x="12693" y="375"/>
                    </a:lnTo>
                    <a:lnTo>
                      <a:pt x="12693" y="2998"/>
                    </a:lnTo>
                    <a:lnTo>
                      <a:pt x="12693" y="4731"/>
                    </a:lnTo>
                    <a:lnTo>
                      <a:pt x="12693" y="5574"/>
                    </a:lnTo>
                    <a:lnTo>
                      <a:pt x="12693" y="5761"/>
                    </a:lnTo>
                    <a:lnTo>
                      <a:pt x="12693" y="5855"/>
                    </a:lnTo>
                    <a:lnTo>
                      <a:pt x="12693" y="5902"/>
                    </a:lnTo>
                    <a:lnTo>
                      <a:pt x="12646" y="5902"/>
                    </a:lnTo>
                    <a:lnTo>
                      <a:pt x="12365" y="6183"/>
                    </a:lnTo>
                    <a:lnTo>
                      <a:pt x="11757" y="6791"/>
                    </a:lnTo>
                    <a:lnTo>
                      <a:pt x="11476" y="7072"/>
                    </a:lnTo>
                    <a:lnTo>
                      <a:pt x="375" y="7072"/>
                    </a:lnTo>
                    <a:lnTo>
                      <a:pt x="282" y="7026"/>
                    </a:lnTo>
                    <a:lnTo>
                      <a:pt x="188" y="6979"/>
                    </a:lnTo>
                    <a:lnTo>
                      <a:pt x="141" y="6979"/>
                    </a:lnTo>
                    <a:lnTo>
                      <a:pt x="47" y="7026"/>
                    </a:lnTo>
                    <a:lnTo>
                      <a:pt x="47" y="7072"/>
                    </a:lnTo>
                    <a:lnTo>
                      <a:pt x="1" y="7166"/>
                    </a:lnTo>
                    <a:lnTo>
                      <a:pt x="47" y="7213"/>
                    </a:lnTo>
                    <a:lnTo>
                      <a:pt x="47" y="7307"/>
                    </a:lnTo>
                    <a:lnTo>
                      <a:pt x="141" y="7353"/>
                    </a:lnTo>
                    <a:lnTo>
                      <a:pt x="188" y="7353"/>
                    </a:lnTo>
                    <a:lnTo>
                      <a:pt x="282" y="7307"/>
                    </a:lnTo>
                    <a:lnTo>
                      <a:pt x="375" y="7260"/>
                    </a:lnTo>
                    <a:lnTo>
                      <a:pt x="11522" y="7260"/>
                    </a:lnTo>
                    <a:lnTo>
                      <a:pt x="11569" y="7213"/>
                    </a:lnTo>
                    <a:lnTo>
                      <a:pt x="11897" y="6932"/>
                    </a:lnTo>
                    <a:lnTo>
                      <a:pt x="12506" y="6323"/>
                    </a:lnTo>
                    <a:lnTo>
                      <a:pt x="12787" y="5995"/>
                    </a:lnTo>
                    <a:lnTo>
                      <a:pt x="12834" y="5948"/>
                    </a:lnTo>
                    <a:lnTo>
                      <a:pt x="12834" y="5855"/>
                    </a:lnTo>
                    <a:lnTo>
                      <a:pt x="12834" y="5761"/>
                    </a:lnTo>
                    <a:lnTo>
                      <a:pt x="12834" y="5574"/>
                    </a:lnTo>
                    <a:lnTo>
                      <a:pt x="12834" y="4731"/>
                    </a:lnTo>
                    <a:lnTo>
                      <a:pt x="12834" y="2998"/>
                    </a:lnTo>
                    <a:lnTo>
                      <a:pt x="12834" y="375"/>
                    </a:lnTo>
                    <a:lnTo>
                      <a:pt x="12834" y="328"/>
                    </a:lnTo>
                    <a:lnTo>
                      <a:pt x="12927" y="281"/>
                    </a:lnTo>
                    <a:lnTo>
                      <a:pt x="12927" y="188"/>
                    </a:lnTo>
                    <a:lnTo>
                      <a:pt x="12927" y="94"/>
                    </a:lnTo>
                    <a:lnTo>
                      <a:pt x="12881" y="47"/>
                    </a:lnTo>
                    <a:lnTo>
                      <a:pt x="128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1">
              <a:extLst>
                <a:ext uri="{FF2B5EF4-FFF2-40B4-BE49-F238E27FC236}">
                  <a16:creationId xmlns:a16="http://schemas.microsoft.com/office/drawing/2014/main" id="{5895AB52-39E9-7987-40AB-5627813163B2}"/>
                </a:ext>
              </a:extLst>
            </p:cNvPr>
            <p:cNvGrpSpPr/>
            <p:nvPr/>
          </p:nvGrpSpPr>
          <p:grpSpPr>
            <a:xfrm rot="10800000">
              <a:off x="1072430" y="3714979"/>
              <a:ext cx="496972" cy="2501635"/>
              <a:chOff x="8153020" y="-1031841"/>
              <a:chExt cx="496972" cy="2501635"/>
            </a:xfrm>
          </p:grpSpPr>
          <p:sp>
            <p:nvSpPr>
              <p:cNvPr id="641" name="Google Shape;641;p31">
                <a:extLst>
                  <a:ext uri="{FF2B5EF4-FFF2-40B4-BE49-F238E27FC236}">
                    <a16:creationId xmlns:a16="http://schemas.microsoft.com/office/drawing/2014/main" id="{F6550374-410D-9593-F98E-529B655AB3AD}"/>
                  </a:ext>
                </a:extLst>
              </p:cNvPr>
              <p:cNvSpPr/>
              <p:nvPr/>
            </p:nvSpPr>
            <p:spPr>
              <a:xfrm>
                <a:off x="8327171" y="-1031841"/>
                <a:ext cx="322821" cy="2501635"/>
              </a:xfrm>
              <a:custGeom>
                <a:avLst/>
                <a:gdLst/>
                <a:ahLst/>
                <a:cxnLst/>
                <a:rect l="l" t="t" r="r" b="b"/>
                <a:pathLst>
                  <a:path w="7120" h="55175" extrusionOk="0">
                    <a:moveTo>
                      <a:pt x="6838" y="1"/>
                    </a:moveTo>
                    <a:lnTo>
                      <a:pt x="6792" y="48"/>
                    </a:lnTo>
                    <a:lnTo>
                      <a:pt x="6745" y="94"/>
                    </a:lnTo>
                    <a:lnTo>
                      <a:pt x="6745" y="188"/>
                    </a:lnTo>
                    <a:lnTo>
                      <a:pt x="6792" y="282"/>
                    </a:lnTo>
                    <a:lnTo>
                      <a:pt x="6838" y="329"/>
                    </a:lnTo>
                    <a:lnTo>
                      <a:pt x="6838" y="375"/>
                    </a:lnTo>
                    <a:lnTo>
                      <a:pt x="6838" y="16066"/>
                    </a:lnTo>
                    <a:lnTo>
                      <a:pt x="6838" y="25808"/>
                    </a:lnTo>
                    <a:lnTo>
                      <a:pt x="6838" y="30632"/>
                    </a:lnTo>
                    <a:lnTo>
                      <a:pt x="6838" y="33067"/>
                    </a:lnTo>
                    <a:lnTo>
                      <a:pt x="6838" y="34285"/>
                    </a:lnTo>
                    <a:lnTo>
                      <a:pt x="6838" y="34566"/>
                    </a:lnTo>
                    <a:lnTo>
                      <a:pt x="6838" y="34613"/>
                    </a:lnTo>
                    <a:lnTo>
                      <a:pt x="6792" y="34613"/>
                    </a:lnTo>
                    <a:lnTo>
                      <a:pt x="6698" y="34753"/>
                    </a:lnTo>
                    <a:lnTo>
                      <a:pt x="6230" y="35175"/>
                    </a:lnTo>
                    <a:lnTo>
                      <a:pt x="2998" y="38407"/>
                    </a:lnTo>
                    <a:lnTo>
                      <a:pt x="1359" y="40046"/>
                    </a:lnTo>
                    <a:lnTo>
                      <a:pt x="562" y="40842"/>
                    </a:lnTo>
                    <a:lnTo>
                      <a:pt x="141" y="41264"/>
                    </a:lnTo>
                    <a:lnTo>
                      <a:pt x="94" y="41357"/>
                    </a:lnTo>
                    <a:lnTo>
                      <a:pt x="94" y="41451"/>
                    </a:lnTo>
                    <a:lnTo>
                      <a:pt x="94" y="41591"/>
                    </a:lnTo>
                    <a:lnTo>
                      <a:pt x="94" y="41872"/>
                    </a:lnTo>
                    <a:lnTo>
                      <a:pt x="94" y="54799"/>
                    </a:lnTo>
                    <a:lnTo>
                      <a:pt x="94" y="54846"/>
                    </a:lnTo>
                    <a:lnTo>
                      <a:pt x="0" y="54893"/>
                    </a:lnTo>
                    <a:lnTo>
                      <a:pt x="0" y="54987"/>
                    </a:lnTo>
                    <a:lnTo>
                      <a:pt x="0" y="55080"/>
                    </a:lnTo>
                    <a:lnTo>
                      <a:pt x="47" y="55127"/>
                    </a:lnTo>
                    <a:lnTo>
                      <a:pt x="94" y="55174"/>
                    </a:lnTo>
                    <a:lnTo>
                      <a:pt x="235" y="55174"/>
                    </a:lnTo>
                    <a:lnTo>
                      <a:pt x="281" y="55127"/>
                    </a:lnTo>
                    <a:lnTo>
                      <a:pt x="328" y="55080"/>
                    </a:lnTo>
                    <a:lnTo>
                      <a:pt x="328" y="54987"/>
                    </a:lnTo>
                    <a:lnTo>
                      <a:pt x="328" y="54893"/>
                    </a:lnTo>
                    <a:lnTo>
                      <a:pt x="235" y="54846"/>
                    </a:lnTo>
                    <a:lnTo>
                      <a:pt x="235" y="54799"/>
                    </a:lnTo>
                    <a:lnTo>
                      <a:pt x="235" y="41872"/>
                    </a:lnTo>
                    <a:lnTo>
                      <a:pt x="235" y="41591"/>
                    </a:lnTo>
                    <a:lnTo>
                      <a:pt x="235" y="41451"/>
                    </a:lnTo>
                    <a:lnTo>
                      <a:pt x="235" y="41404"/>
                    </a:lnTo>
                    <a:lnTo>
                      <a:pt x="281" y="41404"/>
                    </a:lnTo>
                    <a:lnTo>
                      <a:pt x="656" y="40983"/>
                    </a:lnTo>
                    <a:lnTo>
                      <a:pt x="1499" y="40186"/>
                    </a:lnTo>
                    <a:lnTo>
                      <a:pt x="3138" y="38547"/>
                    </a:lnTo>
                    <a:lnTo>
                      <a:pt x="6370" y="35269"/>
                    </a:lnTo>
                    <a:lnTo>
                      <a:pt x="6792" y="34847"/>
                    </a:lnTo>
                    <a:lnTo>
                      <a:pt x="6885" y="34753"/>
                    </a:lnTo>
                    <a:lnTo>
                      <a:pt x="6979" y="34707"/>
                    </a:lnTo>
                    <a:lnTo>
                      <a:pt x="7026" y="34660"/>
                    </a:lnTo>
                    <a:lnTo>
                      <a:pt x="7026" y="34613"/>
                    </a:lnTo>
                    <a:lnTo>
                      <a:pt x="7026" y="34285"/>
                    </a:lnTo>
                    <a:lnTo>
                      <a:pt x="7026" y="33067"/>
                    </a:lnTo>
                    <a:lnTo>
                      <a:pt x="7026" y="30632"/>
                    </a:lnTo>
                    <a:lnTo>
                      <a:pt x="7026" y="25808"/>
                    </a:lnTo>
                    <a:lnTo>
                      <a:pt x="7026" y="16066"/>
                    </a:lnTo>
                    <a:lnTo>
                      <a:pt x="7026" y="375"/>
                    </a:lnTo>
                    <a:lnTo>
                      <a:pt x="7026" y="329"/>
                    </a:lnTo>
                    <a:lnTo>
                      <a:pt x="7073" y="282"/>
                    </a:lnTo>
                    <a:lnTo>
                      <a:pt x="7119" y="188"/>
                    </a:lnTo>
                    <a:lnTo>
                      <a:pt x="7073"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89756A61-A4A3-489C-B519-3B2813259EEA}"/>
                  </a:ext>
                </a:extLst>
              </p:cNvPr>
              <p:cNvSpPr/>
              <p:nvPr/>
            </p:nvSpPr>
            <p:spPr>
              <a:xfrm>
                <a:off x="8233725" y="-1031841"/>
                <a:ext cx="322821" cy="2501635"/>
              </a:xfrm>
              <a:custGeom>
                <a:avLst/>
                <a:gdLst/>
                <a:ahLst/>
                <a:cxnLst/>
                <a:rect l="l" t="t" r="r" b="b"/>
                <a:pathLst>
                  <a:path w="7120" h="55175" extrusionOk="0">
                    <a:moveTo>
                      <a:pt x="6839" y="1"/>
                    </a:moveTo>
                    <a:lnTo>
                      <a:pt x="6792" y="48"/>
                    </a:lnTo>
                    <a:lnTo>
                      <a:pt x="6745" y="94"/>
                    </a:lnTo>
                    <a:lnTo>
                      <a:pt x="6745" y="188"/>
                    </a:lnTo>
                    <a:lnTo>
                      <a:pt x="6792" y="282"/>
                    </a:lnTo>
                    <a:lnTo>
                      <a:pt x="6839" y="329"/>
                    </a:lnTo>
                    <a:lnTo>
                      <a:pt x="6839" y="375"/>
                    </a:lnTo>
                    <a:lnTo>
                      <a:pt x="6839" y="15738"/>
                    </a:lnTo>
                    <a:lnTo>
                      <a:pt x="6839" y="25246"/>
                    </a:lnTo>
                    <a:lnTo>
                      <a:pt x="6839" y="29976"/>
                    </a:lnTo>
                    <a:lnTo>
                      <a:pt x="6839" y="32365"/>
                    </a:lnTo>
                    <a:lnTo>
                      <a:pt x="6839" y="33582"/>
                    </a:lnTo>
                    <a:lnTo>
                      <a:pt x="6839" y="33723"/>
                    </a:lnTo>
                    <a:lnTo>
                      <a:pt x="6839" y="33770"/>
                    </a:lnTo>
                    <a:lnTo>
                      <a:pt x="6839" y="33817"/>
                    </a:lnTo>
                    <a:lnTo>
                      <a:pt x="6651" y="34004"/>
                    </a:lnTo>
                    <a:lnTo>
                      <a:pt x="6230" y="34426"/>
                    </a:lnTo>
                    <a:lnTo>
                      <a:pt x="2998" y="37704"/>
                    </a:lnTo>
                    <a:lnTo>
                      <a:pt x="1359" y="39296"/>
                    </a:lnTo>
                    <a:lnTo>
                      <a:pt x="563" y="40140"/>
                    </a:lnTo>
                    <a:lnTo>
                      <a:pt x="141" y="40561"/>
                    </a:lnTo>
                    <a:lnTo>
                      <a:pt x="94" y="40561"/>
                    </a:lnTo>
                    <a:lnTo>
                      <a:pt x="94" y="40608"/>
                    </a:lnTo>
                    <a:lnTo>
                      <a:pt x="94" y="40702"/>
                    </a:lnTo>
                    <a:lnTo>
                      <a:pt x="94" y="40842"/>
                    </a:lnTo>
                    <a:lnTo>
                      <a:pt x="94" y="41170"/>
                    </a:lnTo>
                    <a:lnTo>
                      <a:pt x="94" y="54799"/>
                    </a:lnTo>
                    <a:lnTo>
                      <a:pt x="94" y="54846"/>
                    </a:lnTo>
                    <a:lnTo>
                      <a:pt x="1" y="54893"/>
                    </a:lnTo>
                    <a:lnTo>
                      <a:pt x="1" y="54987"/>
                    </a:lnTo>
                    <a:lnTo>
                      <a:pt x="1" y="55080"/>
                    </a:lnTo>
                    <a:lnTo>
                      <a:pt x="47" y="55127"/>
                    </a:lnTo>
                    <a:lnTo>
                      <a:pt x="94" y="55174"/>
                    </a:lnTo>
                    <a:lnTo>
                      <a:pt x="235" y="55174"/>
                    </a:lnTo>
                    <a:lnTo>
                      <a:pt x="282" y="55127"/>
                    </a:lnTo>
                    <a:lnTo>
                      <a:pt x="328" y="55080"/>
                    </a:lnTo>
                    <a:lnTo>
                      <a:pt x="328" y="54987"/>
                    </a:lnTo>
                    <a:lnTo>
                      <a:pt x="328" y="54893"/>
                    </a:lnTo>
                    <a:lnTo>
                      <a:pt x="235" y="54846"/>
                    </a:lnTo>
                    <a:lnTo>
                      <a:pt x="235" y="54799"/>
                    </a:lnTo>
                    <a:lnTo>
                      <a:pt x="235" y="41170"/>
                    </a:lnTo>
                    <a:lnTo>
                      <a:pt x="235" y="40842"/>
                    </a:lnTo>
                    <a:lnTo>
                      <a:pt x="235" y="40702"/>
                    </a:lnTo>
                    <a:lnTo>
                      <a:pt x="235" y="40655"/>
                    </a:lnTo>
                    <a:lnTo>
                      <a:pt x="282" y="40655"/>
                    </a:lnTo>
                    <a:lnTo>
                      <a:pt x="656" y="40233"/>
                    </a:lnTo>
                    <a:lnTo>
                      <a:pt x="1452" y="39437"/>
                    </a:lnTo>
                    <a:lnTo>
                      <a:pt x="3092" y="37798"/>
                    </a:lnTo>
                    <a:lnTo>
                      <a:pt x="6370" y="34566"/>
                    </a:lnTo>
                    <a:lnTo>
                      <a:pt x="6792" y="34144"/>
                    </a:lnTo>
                    <a:lnTo>
                      <a:pt x="7026" y="33910"/>
                    </a:lnTo>
                    <a:lnTo>
                      <a:pt x="7026" y="33863"/>
                    </a:lnTo>
                    <a:lnTo>
                      <a:pt x="7026" y="33817"/>
                    </a:lnTo>
                    <a:lnTo>
                      <a:pt x="7026" y="33723"/>
                    </a:lnTo>
                    <a:lnTo>
                      <a:pt x="7026" y="33582"/>
                    </a:lnTo>
                    <a:lnTo>
                      <a:pt x="7026" y="32365"/>
                    </a:lnTo>
                    <a:lnTo>
                      <a:pt x="7026" y="29976"/>
                    </a:lnTo>
                    <a:lnTo>
                      <a:pt x="7026" y="25246"/>
                    </a:lnTo>
                    <a:lnTo>
                      <a:pt x="7026" y="15738"/>
                    </a:lnTo>
                    <a:lnTo>
                      <a:pt x="7026" y="375"/>
                    </a:lnTo>
                    <a:lnTo>
                      <a:pt x="7026" y="329"/>
                    </a:lnTo>
                    <a:lnTo>
                      <a:pt x="7073" y="282"/>
                    </a:lnTo>
                    <a:lnTo>
                      <a:pt x="7120" y="188"/>
                    </a:lnTo>
                    <a:lnTo>
                      <a:pt x="7120" y="94"/>
                    </a:lnTo>
                    <a:lnTo>
                      <a:pt x="7073" y="48"/>
                    </a:lnTo>
                    <a:lnTo>
                      <a:pt x="697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873BF961-A7B9-4DE4-A98D-C3B6E8462E0B}"/>
                  </a:ext>
                </a:extLst>
              </p:cNvPr>
              <p:cNvSpPr/>
              <p:nvPr/>
            </p:nvSpPr>
            <p:spPr>
              <a:xfrm>
                <a:off x="8153020" y="-1031841"/>
                <a:ext cx="322821" cy="2501635"/>
              </a:xfrm>
              <a:custGeom>
                <a:avLst/>
                <a:gdLst/>
                <a:ahLst/>
                <a:cxnLst/>
                <a:rect l="l" t="t" r="r" b="b"/>
                <a:pathLst>
                  <a:path w="7120" h="55175" extrusionOk="0">
                    <a:moveTo>
                      <a:pt x="6886" y="1"/>
                    </a:moveTo>
                    <a:lnTo>
                      <a:pt x="6792" y="48"/>
                    </a:lnTo>
                    <a:lnTo>
                      <a:pt x="6792" y="94"/>
                    </a:lnTo>
                    <a:lnTo>
                      <a:pt x="6745" y="188"/>
                    </a:lnTo>
                    <a:lnTo>
                      <a:pt x="6792" y="282"/>
                    </a:lnTo>
                    <a:lnTo>
                      <a:pt x="6839" y="329"/>
                    </a:lnTo>
                    <a:lnTo>
                      <a:pt x="6839" y="375"/>
                    </a:lnTo>
                    <a:lnTo>
                      <a:pt x="6839" y="15363"/>
                    </a:lnTo>
                    <a:lnTo>
                      <a:pt x="6839" y="24684"/>
                    </a:lnTo>
                    <a:lnTo>
                      <a:pt x="6839" y="29367"/>
                    </a:lnTo>
                    <a:lnTo>
                      <a:pt x="6839" y="31709"/>
                    </a:lnTo>
                    <a:lnTo>
                      <a:pt x="6839" y="32880"/>
                    </a:lnTo>
                    <a:lnTo>
                      <a:pt x="6839" y="33020"/>
                    </a:lnTo>
                    <a:lnTo>
                      <a:pt x="6839" y="33067"/>
                    </a:lnTo>
                    <a:lnTo>
                      <a:pt x="6839" y="33114"/>
                    </a:lnTo>
                    <a:lnTo>
                      <a:pt x="6652" y="33301"/>
                    </a:lnTo>
                    <a:lnTo>
                      <a:pt x="6230" y="33723"/>
                    </a:lnTo>
                    <a:lnTo>
                      <a:pt x="2951" y="36955"/>
                    </a:lnTo>
                    <a:lnTo>
                      <a:pt x="1359" y="38594"/>
                    </a:lnTo>
                    <a:lnTo>
                      <a:pt x="516" y="39390"/>
                    </a:lnTo>
                    <a:lnTo>
                      <a:pt x="94" y="39812"/>
                    </a:lnTo>
                    <a:lnTo>
                      <a:pt x="94" y="39859"/>
                    </a:lnTo>
                    <a:lnTo>
                      <a:pt x="94" y="39905"/>
                    </a:lnTo>
                    <a:lnTo>
                      <a:pt x="94" y="39999"/>
                    </a:lnTo>
                    <a:lnTo>
                      <a:pt x="94" y="40140"/>
                    </a:lnTo>
                    <a:lnTo>
                      <a:pt x="94" y="40421"/>
                    </a:lnTo>
                    <a:lnTo>
                      <a:pt x="94" y="54799"/>
                    </a:lnTo>
                    <a:lnTo>
                      <a:pt x="94" y="54846"/>
                    </a:lnTo>
                    <a:lnTo>
                      <a:pt x="1" y="54893"/>
                    </a:lnTo>
                    <a:lnTo>
                      <a:pt x="1" y="54987"/>
                    </a:lnTo>
                    <a:lnTo>
                      <a:pt x="1" y="55080"/>
                    </a:lnTo>
                    <a:lnTo>
                      <a:pt x="48" y="55127"/>
                    </a:lnTo>
                    <a:lnTo>
                      <a:pt x="94" y="55174"/>
                    </a:lnTo>
                    <a:lnTo>
                      <a:pt x="235" y="55174"/>
                    </a:lnTo>
                    <a:lnTo>
                      <a:pt x="282" y="55127"/>
                    </a:lnTo>
                    <a:lnTo>
                      <a:pt x="329" y="55080"/>
                    </a:lnTo>
                    <a:lnTo>
                      <a:pt x="329" y="54987"/>
                    </a:lnTo>
                    <a:lnTo>
                      <a:pt x="329" y="54893"/>
                    </a:lnTo>
                    <a:lnTo>
                      <a:pt x="235" y="54846"/>
                    </a:lnTo>
                    <a:lnTo>
                      <a:pt x="235" y="54799"/>
                    </a:lnTo>
                    <a:lnTo>
                      <a:pt x="235" y="40421"/>
                    </a:lnTo>
                    <a:lnTo>
                      <a:pt x="235" y="40140"/>
                    </a:lnTo>
                    <a:lnTo>
                      <a:pt x="235" y="39999"/>
                    </a:lnTo>
                    <a:lnTo>
                      <a:pt x="235" y="39952"/>
                    </a:lnTo>
                    <a:lnTo>
                      <a:pt x="235" y="39905"/>
                    </a:lnTo>
                    <a:lnTo>
                      <a:pt x="282" y="39905"/>
                    </a:lnTo>
                    <a:lnTo>
                      <a:pt x="656" y="39531"/>
                    </a:lnTo>
                    <a:lnTo>
                      <a:pt x="1453" y="38688"/>
                    </a:lnTo>
                    <a:lnTo>
                      <a:pt x="3092" y="37095"/>
                    </a:lnTo>
                    <a:lnTo>
                      <a:pt x="6324" y="33817"/>
                    </a:lnTo>
                    <a:lnTo>
                      <a:pt x="6745" y="33395"/>
                    </a:lnTo>
                    <a:lnTo>
                      <a:pt x="6979" y="33208"/>
                    </a:lnTo>
                    <a:lnTo>
                      <a:pt x="6979" y="33161"/>
                    </a:lnTo>
                    <a:lnTo>
                      <a:pt x="7026" y="33161"/>
                    </a:lnTo>
                    <a:lnTo>
                      <a:pt x="7026" y="33114"/>
                    </a:lnTo>
                    <a:lnTo>
                      <a:pt x="7026" y="33020"/>
                    </a:lnTo>
                    <a:lnTo>
                      <a:pt x="7026" y="32880"/>
                    </a:lnTo>
                    <a:lnTo>
                      <a:pt x="7026" y="31709"/>
                    </a:lnTo>
                    <a:lnTo>
                      <a:pt x="7026" y="29367"/>
                    </a:lnTo>
                    <a:lnTo>
                      <a:pt x="7026" y="24684"/>
                    </a:lnTo>
                    <a:lnTo>
                      <a:pt x="7026" y="15363"/>
                    </a:lnTo>
                    <a:lnTo>
                      <a:pt x="7026" y="375"/>
                    </a:lnTo>
                    <a:lnTo>
                      <a:pt x="7026" y="329"/>
                    </a:lnTo>
                    <a:lnTo>
                      <a:pt x="7073" y="282"/>
                    </a:lnTo>
                    <a:lnTo>
                      <a:pt x="7120" y="188"/>
                    </a:lnTo>
                    <a:lnTo>
                      <a:pt x="7120" y="94"/>
                    </a:lnTo>
                    <a:lnTo>
                      <a:pt x="7073" y="48"/>
                    </a:lnTo>
                    <a:lnTo>
                      <a:pt x="702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 name="Google Shape;644;p31">
              <a:extLst>
                <a:ext uri="{FF2B5EF4-FFF2-40B4-BE49-F238E27FC236}">
                  <a16:creationId xmlns:a16="http://schemas.microsoft.com/office/drawing/2014/main" id="{70201884-160B-0030-47D8-8F2F723CEA49}"/>
                </a:ext>
              </a:extLst>
            </p:cNvPr>
            <p:cNvGrpSpPr/>
            <p:nvPr/>
          </p:nvGrpSpPr>
          <p:grpSpPr>
            <a:xfrm rot="10800000">
              <a:off x="1775336" y="3714979"/>
              <a:ext cx="496972" cy="2501635"/>
              <a:chOff x="7450114" y="-1031841"/>
              <a:chExt cx="496972" cy="2501635"/>
            </a:xfrm>
          </p:grpSpPr>
          <p:sp>
            <p:nvSpPr>
              <p:cNvPr id="645" name="Google Shape;645;p31">
                <a:extLst>
                  <a:ext uri="{FF2B5EF4-FFF2-40B4-BE49-F238E27FC236}">
                    <a16:creationId xmlns:a16="http://schemas.microsoft.com/office/drawing/2014/main" id="{E09E354D-2E74-C130-D3F4-0E4AAB9C196F}"/>
                  </a:ext>
                </a:extLst>
              </p:cNvPr>
              <p:cNvSpPr/>
              <p:nvPr/>
            </p:nvSpPr>
            <p:spPr>
              <a:xfrm>
                <a:off x="7450114" y="-1031841"/>
                <a:ext cx="322821" cy="2501635"/>
              </a:xfrm>
              <a:custGeom>
                <a:avLst/>
                <a:gdLst/>
                <a:ahLst/>
                <a:cxnLst/>
                <a:rect l="l" t="t" r="r" b="b"/>
                <a:pathLst>
                  <a:path w="7120" h="55175" extrusionOk="0">
                    <a:moveTo>
                      <a:pt x="94" y="1"/>
                    </a:moveTo>
                    <a:lnTo>
                      <a:pt x="48" y="48"/>
                    </a:lnTo>
                    <a:lnTo>
                      <a:pt x="1" y="94"/>
                    </a:lnTo>
                    <a:lnTo>
                      <a:pt x="1" y="188"/>
                    </a:lnTo>
                    <a:lnTo>
                      <a:pt x="1" y="282"/>
                    </a:lnTo>
                    <a:lnTo>
                      <a:pt x="94" y="329"/>
                    </a:lnTo>
                    <a:lnTo>
                      <a:pt x="94" y="375"/>
                    </a:lnTo>
                    <a:lnTo>
                      <a:pt x="94" y="33817"/>
                    </a:lnTo>
                    <a:lnTo>
                      <a:pt x="94" y="34472"/>
                    </a:lnTo>
                    <a:lnTo>
                      <a:pt x="94" y="34660"/>
                    </a:lnTo>
                    <a:lnTo>
                      <a:pt x="141" y="34707"/>
                    </a:lnTo>
                    <a:lnTo>
                      <a:pt x="188" y="34800"/>
                    </a:lnTo>
                    <a:lnTo>
                      <a:pt x="422" y="34988"/>
                    </a:lnTo>
                    <a:lnTo>
                      <a:pt x="1312" y="35877"/>
                    </a:lnTo>
                    <a:lnTo>
                      <a:pt x="3045" y="37610"/>
                    </a:lnTo>
                    <a:lnTo>
                      <a:pt x="6558" y="41123"/>
                    </a:lnTo>
                    <a:lnTo>
                      <a:pt x="6745" y="41310"/>
                    </a:lnTo>
                    <a:lnTo>
                      <a:pt x="6839" y="41404"/>
                    </a:lnTo>
                    <a:lnTo>
                      <a:pt x="6839" y="41451"/>
                    </a:lnTo>
                    <a:lnTo>
                      <a:pt x="6839" y="41545"/>
                    </a:lnTo>
                    <a:lnTo>
                      <a:pt x="6839" y="42107"/>
                    </a:lnTo>
                    <a:lnTo>
                      <a:pt x="6839" y="43278"/>
                    </a:lnTo>
                    <a:lnTo>
                      <a:pt x="6839" y="45666"/>
                    </a:lnTo>
                    <a:lnTo>
                      <a:pt x="6839" y="50350"/>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50350"/>
                    </a:lnTo>
                    <a:lnTo>
                      <a:pt x="7026" y="45666"/>
                    </a:lnTo>
                    <a:lnTo>
                      <a:pt x="7026" y="43278"/>
                    </a:lnTo>
                    <a:lnTo>
                      <a:pt x="7026" y="42107"/>
                    </a:lnTo>
                    <a:lnTo>
                      <a:pt x="7026" y="41545"/>
                    </a:lnTo>
                    <a:lnTo>
                      <a:pt x="7026" y="41451"/>
                    </a:lnTo>
                    <a:lnTo>
                      <a:pt x="7026" y="41357"/>
                    </a:lnTo>
                    <a:lnTo>
                      <a:pt x="6886" y="41217"/>
                    </a:lnTo>
                    <a:lnTo>
                      <a:pt x="6652" y="40983"/>
                    </a:lnTo>
                    <a:lnTo>
                      <a:pt x="3186" y="37517"/>
                    </a:lnTo>
                    <a:lnTo>
                      <a:pt x="1406" y="35737"/>
                    </a:lnTo>
                    <a:lnTo>
                      <a:pt x="563" y="34894"/>
                    </a:lnTo>
                    <a:lnTo>
                      <a:pt x="329" y="34660"/>
                    </a:lnTo>
                    <a:lnTo>
                      <a:pt x="282" y="34613"/>
                    </a:lnTo>
                    <a:lnTo>
                      <a:pt x="235" y="34566"/>
                    </a:lnTo>
                    <a:lnTo>
                      <a:pt x="235" y="34472"/>
                    </a:lnTo>
                    <a:lnTo>
                      <a:pt x="235" y="33817"/>
                    </a:lnTo>
                    <a:lnTo>
                      <a:pt x="235" y="375"/>
                    </a:lnTo>
                    <a:lnTo>
                      <a:pt x="235" y="329"/>
                    </a:lnTo>
                    <a:lnTo>
                      <a:pt x="329" y="282"/>
                    </a:lnTo>
                    <a:lnTo>
                      <a:pt x="329" y="188"/>
                    </a:lnTo>
                    <a:lnTo>
                      <a:pt x="329" y="94"/>
                    </a:lnTo>
                    <a:lnTo>
                      <a:pt x="282" y="48"/>
                    </a:lnTo>
                    <a:lnTo>
                      <a:pt x="235" y="1"/>
                    </a:lnTo>
                    <a:close/>
                  </a:path>
                </a:pathLst>
              </a:custGeom>
              <a:solidFill>
                <a:schemeClr val="accent4"/>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3CCA59CA-E0B1-96E7-6E9A-F2A2989E9867}"/>
                  </a:ext>
                </a:extLst>
              </p:cNvPr>
              <p:cNvSpPr/>
              <p:nvPr/>
            </p:nvSpPr>
            <p:spPr>
              <a:xfrm>
                <a:off x="7543559" y="-1031841"/>
                <a:ext cx="322821" cy="2501635"/>
              </a:xfrm>
              <a:custGeom>
                <a:avLst/>
                <a:gdLst/>
                <a:ahLst/>
                <a:cxnLst/>
                <a:rect l="l" t="t" r="r" b="b"/>
                <a:pathLst>
                  <a:path w="7120" h="55175" extrusionOk="0">
                    <a:moveTo>
                      <a:pt x="94" y="1"/>
                    </a:moveTo>
                    <a:lnTo>
                      <a:pt x="47" y="48"/>
                    </a:lnTo>
                    <a:lnTo>
                      <a:pt x="1" y="94"/>
                    </a:lnTo>
                    <a:lnTo>
                      <a:pt x="1" y="188"/>
                    </a:lnTo>
                    <a:lnTo>
                      <a:pt x="1" y="282"/>
                    </a:lnTo>
                    <a:lnTo>
                      <a:pt x="94" y="329"/>
                    </a:lnTo>
                    <a:lnTo>
                      <a:pt x="94" y="375"/>
                    </a:lnTo>
                    <a:lnTo>
                      <a:pt x="94" y="33067"/>
                    </a:lnTo>
                    <a:lnTo>
                      <a:pt x="94" y="33676"/>
                    </a:lnTo>
                    <a:lnTo>
                      <a:pt x="94" y="33863"/>
                    </a:lnTo>
                    <a:lnTo>
                      <a:pt x="94" y="33910"/>
                    </a:lnTo>
                    <a:lnTo>
                      <a:pt x="141" y="33957"/>
                    </a:lnTo>
                    <a:lnTo>
                      <a:pt x="188" y="34004"/>
                    </a:lnTo>
                    <a:lnTo>
                      <a:pt x="422" y="34238"/>
                    </a:lnTo>
                    <a:lnTo>
                      <a:pt x="1265" y="35081"/>
                    </a:lnTo>
                    <a:lnTo>
                      <a:pt x="3045" y="36861"/>
                    </a:lnTo>
                    <a:lnTo>
                      <a:pt x="6511" y="40327"/>
                    </a:lnTo>
                    <a:lnTo>
                      <a:pt x="6745" y="40561"/>
                    </a:lnTo>
                    <a:lnTo>
                      <a:pt x="6839" y="40655"/>
                    </a:lnTo>
                    <a:lnTo>
                      <a:pt x="6839" y="40702"/>
                    </a:lnTo>
                    <a:lnTo>
                      <a:pt x="6839" y="40748"/>
                    </a:lnTo>
                    <a:lnTo>
                      <a:pt x="6839" y="41357"/>
                    </a:lnTo>
                    <a:lnTo>
                      <a:pt x="6839" y="42622"/>
                    </a:lnTo>
                    <a:lnTo>
                      <a:pt x="6839" y="45057"/>
                    </a:lnTo>
                    <a:lnTo>
                      <a:pt x="6839" y="49975"/>
                    </a:lnTo>
                    <a:lnTo>
                      <a:pt x="6839" y="54799"/>
                    </a:lnTo>
                    <a:lnTo>
                      <a:pt x="6839" y="54846"/>
                    </a:lnTo>
                    <a:lnTo>
                      <a:pt x="6792" y="54893"/>
                    </a:lnTo>
                    <a:lnTo>
                      <a:pt x="6745" y="54987"/>
                    </a:lnTo>
                    <a:lnTo>
                      <a:pt x="6745" y="55080"/>
                    </a:lnTo>
                    <a:lnTo>
                      <a:pt x="6792" y="55127"/>
                    </a:lnTo>
                    <a:lnTo>
                      <a:pt x="6839" y="55174"/>
                    </a:lnTo>
                    <a:lnTo>
                      <a:pt x="6979" y="55174"/>
                    </a:lnTo>
                    <a:lnTo>
                      <a:pt x="7073" y="55127"/>
                    </a:lnTo>
                    <a:lnTo>
                      <a:pt x="7073" y="55080"/>
                    </a:lnTo>
                    <a:lnTo>
                      <a:pt x="7120" y="54987"/>
                    </a:lnTo>
                    <a:lnTo>
                      <a:pt x="7073" y="54893"/>
                    </a:lnTo>
                    <a:lnTo>
                      <a:pt x="7026" y="54846"/>
                    </a:lnTo>
                    <a:lnTo>
                      <a:pt x="7026" y="54799"/>
                    </a:lnTo>
                    <a:lnTo>
                      <a:pt x="7026" y="49975"/>
                    </a:lnTo>
                    <a:lnTo>
                      <a:pt x="7026" y="45057"/>
                    </a:lnTo>
                    <a:lnTo>
                      <a:pt x="7026" y="42622"/>
                    </a:lnTo>
                    <a:lnTo>
                      <a:pt x="7026" y="41357"/>
                    </a:lnTo>
                    <a:lnTo>
                      <a:pt x="7026" y="40748"/>
                    </a:lnTo>
                    <a:lnTo>
                      <a:pt x="7026" y="40702"/>
                    </a:lnTo>
                    <a:lnTo>
                      <a:pt x="7026" y="40608"/>
                    </a:lnTo>
                    <a:lnTo>
                      <a:pt x="6979" y="40561"/>
                    </a:lnTo>
                    <a:lnTo>
                      <a:pt x="6886" y="40421"/>
                    </a:lnTo>
                    <a:lnTo>
                      <a:pt x="6651" y="40233"/>
                    </a:lnTo>
                    <a:lnTo>
                      <a:pt x="3139" y="36720"/>
                    </a:lnTo>
                    <a:lnTo>
                      <a:pt x="1406" y="34988"/>
                    </a:lnTo>
                    <a:lnTo>
                      <a:pt x="516" y="34098"/>
                    </a:lnTo>
                    <a:lnTo>
                      <a:pt x="282" y="33863"/>
                    </a:lnTo>
                    <a:lnTo>
                      <a:pt x="282" y="33817"/>
                    </a:lnTo>
                    <a:lnTo>
                      <a:pt x="235" y="33817"/>
                    </a:lnTo>
                    <a:lnTo>
                      <a:pt x="235" y="33676"/>
                    </a:lnTo>
                    <a:lnTo>
                      <a:pt x="235" y="33067"/>
                    </a:lnTo>
                    <a:lnTo>
                      <a:pt x="235" y="375"/>
                    </a:lnTo>
                    <a:lnTo>
                      <a:pt x="235" y="329"/>
                    </a:lnTo>
                    <a:lnTo>
                      <a:pt x="328" y="282"/>
                    </a:lnTo>
                    <a:lnTo>
                      <a:pt x="328" y="188"/>
                    </a:lnTo>
                    <a:lnTo>
                      <a:pt x="328" y="94"/>
                    </a:lnTo>
                    <a:lnTo>
                      <a:pt x="282"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59E23BA0-3578-F17F-416A-B6D61FB8855B}"/>
                  </a:ext>
                </a:extLst>
              </p:cNvPr>
              <p:cNvSpPr/>
              <p:nvPr/>
            </p:nvSpPr>
            <p:spPr>
              <a:xfrm>
                <a:off x="7622134" y="-1031841"/>
                <a:ext cx="324952" cy="2501635"/>
              </a:xfrm>
              <a:custGeom>
                <a:avLst/>
                <a:gdLst/>
                <a:ahLst/>
                <a:cxnLst/>
                <a:rect l="l" t="t" r="r" b="b"/>
                <a:pathLst>
                  <a:path w="7167" h="55175" extrusionOk="0">
                    <a:moveTo>
                      <a:pt x="141" y="1"/>
                    </a:moveTo>
                    <a:lnTo>
                      <a:pt x="94" y="48"/>
                    </a:lnTo>
                    <a:lnTo>
                      <a:pt x="47" y="94"/>
                    </a:lnTo>
                    <a:lnTo>
                      <a:pt x="1" y="188"/>
                    </a:lnTo>
                    <a:lnTo>
                      <a:pt x="47" y="282"/>
                    </a:lnTo>
                    <a:lnTo>
                      <a:pt x="141" y="329"/>
                    </a:lnTo>
                    <a:lnTo>
                      <a:pt x="94" y="375"/>
                    </a:lnTo>
                    <a:lnTo>
                      <a:pt x="94" y="32271"/>
                    </a:lnTo>
                    <a:lnTo>
                      <a:pt x="94" y="32880"/>
                    </a:lnTo>
                    <a:lnTo>
                      <a:pt x="94" y="33067"/>
                    </a:lnTo>
                    <a:lnTo>
                      <a:pt x="94" y="33114"/>
                    </a:lnTo>
                    <a:lnTo>
                      <a:pt x="94" y="33161"/>
                    </a:lnTo>
                    <a:lnTo>
                      <a:pt x="141" y="33161"/>
                    </a:lnTo>
                    <a:lnTo>
                      <a:pt x="188" y="33255"/>
                    </a:lnTo>
                    <a:lnTo>
                      <a:pt x="422" y="33442"/>
                    </a:lnTo>
                    <a:lnTo>
                      <a:pt x="1312" y="34332"/>
                    </a:lnTo>
                    <a:lnTo>
                      <a:pt x="3045" y="36065"/>
                    </a:lnTo>
                    <a:lnTo>
                      <a:pt x="6558" y="39578"/>
                    </a:lnTo>
                    <a:lnTo>
                      <a:pt x="6792" y="39812"/>
                    </a:lnTo>
                    <a:lnTo>
                      <a:pt x="6886" y="39905"/>
                    </a:lnTo>
                    <a:lnTo>
                      <a:pt x="6886" y="39952"/>
                    </a:lnTo>
                    <a:lnTo>
                      <a:pt x="6886" y="39999"/>
                    </a:lnTo>
                    <a:lnTo>
                      <a:pt x="6886" y="40655"/>
                    </a:lnTo>
                    <a:lnTo>
                      <a:pt x="6886" y="41919"/>
                    </a:lnTo>
                    <a:lnTo>
                      <a:pt x="6886" y="44495"/>
                    </a:lnTo>
                    <a:lnTo>
                      <a:pt x="6886" y="49600"/>
                    </a:lnTo>
                    <a:lnTo>
                      <a:pt x="6886" y="54799"/>
                    </a:lnTo>
                    <a:lnTo>
                      <a:pt x="6886" y="54846"/>
                    </a:lnTo>
                    <a:lnTo>
                      <a:pt x="6839" y="54893"/>
                    </a:lnTo>
                    <a:lnTo>
                      <a:pt x="6792" y="54987"/>
                    </a:lnTo>
                    <a:lnTo>
                      <a:pt x="6792" y="55080"/>
                    </a:lnTo>
                    <a:lnTo>
                      <a:pt x="6839" y="55127"/>
                    </a:lnTo>
                    <a:lnTo>
                      <a:pt x="6886" y="55174"/>
                    </a:lnTo>
                    <a:lnTo>
                      <a:pt x="7026" y="55174"/>
                    </a:lnTo>
                    <a:lnTo>
                      <a:pt x="7073" y="55127"/>
                    </a:lnTo>
                    <a:lnTo>
                      <a:pt x="7120" y="55080"/>
                    </a:lnTo>
                    <a:lnTo>
                      <a:pt x="7167" y="54987"/>
                    </a:lnTo>
                    <a:lnTo>
                      <a:pt x="7120" y="54893"/>
                    </a:lnTo>
                    <a:lnTo>
                      <a:pt x="7026" y="54846"/>
                    </a:lnTo>
                    <a:lnTo>
                      <a:pt x="7073" y="54799"/>
                    </a:lnTo>
                    <a:lnTo>
                      <a:pt x="7073" y="49600"/>
                    </a:lnTo>
                    <a:lnTo>
                      <a:pt x="7073" y="44495"/>
                    </a:lnTo>
                    <a:lnTo>
                      <a:pt x="7073" y="41919"/>
                    </a:lnTo>
                    <a:lnTo>
                      <a:pt x="7073" y="40655"/>
                    </a:lnTo>
                    <a:lnTo>
                      <a:pt x="7073" y="39999"/>
                    </a:lnTo>
                    <a:lnTo>
                      <a:pt x="7073" y="39952"/>
                    </a:lnTo>
                    <a:lnTo>
                      <a:pt x="7073" y="39859"/>
                    </a:lnTo>
                    <a:lnTo>
                      <a:pt x="7026" y="39812"/>
                    </a:lnTo>
                    <a:lnTo>
                      <a:pt x="6886" y="39671"/>
                    </a:lnTo>
                    <a:lnTo>
                      <a:pt x="6651" y="39484"/>
                    </a:lnTo>
                    <a:lnTo>
                      <a:pt x="3185" y="35971"/>
                    </a:lnTo>
                    <a:lnTo>
                      <a:pt x="1406" y="34191"/>
                    </a:lnTo>
                    <a:lnTo>
                      <a:pt x="563" y="33348"/>
                    </a:lnTo>
                    <a:lnTo>
                      <a:pt x="328" y="33114"/>
                    </a:lnTo>
                    <a:lnTo>
                      <a:pt x="282" y="33067"/>
                    </a:lnTo>
                    <a:lnTo>
                      <a:pt x="282" y="32880"/>
                    </a:lnTo>
                    <a:lnTo>
                      <a:pt x="282" y="32271"/>
                    </a:lnTo>
                    <a:lnTo>
                      <a:pt x="282" y="375"/>
                    </a:lnTo>
                    <a:lnTo>
                      <a:pt x="282" y="329"/>
                    </a:lnTo>
                    <a:lnTo>
                      <a:pt x="375" y="282"/>
                    </a:lnTo>
                    <a:lnTo>
                      <a:pt x="375" y="188"/>
                    </a:lnTo>
                    <a:lnTo>
                      <a:pt x="375" y="94"/>
                    </a:lnTo>
                    <a:lnTo>
                      <a:pt x="328" y="48"/>
                    </a:lnTo>
                    <a:lnTo>
                      <a:pt x="28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20B066EC-B771-F5C1-26BF-DE38AD51C2C1}"/>
                </a:ext>
              </a:extLst>
            </p:cNvPr>
            <p:cNvGrpSpPr/>
            <p:nvPr/>
          </p:nvGrpSpPr>
          <p:grpSpPr>
            <a:xfrm rot="10800000" flipH="1">
              <a:off x="512261" y="-334608"/>
              <a:ext cx="1705283" cy="671077"/>
              <a:chOff x="5500675" y="4848304"/>
              <a:chExt cx="1705283" cy="671077"/>
            </a:xfrm>
          </p:grpSpPr>
          <p:sp>
            <p:nvSpPr>
              <p:cNvPr id="649" name="Google Shape;649;p31">
                <a:extLst>
                  <a:ext uri="{FF2B5EF4-FFF2-40B4-BE49-F238E27FC236}">
                    <a16:creationId xmlns:a16="http://schemas.microsoft.com/office/drawing/2014/main" id="{A65337AF-0EEC-B4DE-32D5-90A2332CADFE}"/>
                  </a:ext>
                </a:extLst>
              </p:cNvPr>
              <p:cNvSpPr/>
              <p:nvPr/>
            </p:nvSpPr>
            <p:spPr>
              <a:xfrm>
                <a:off x="5500675" y="4848304"/>
                <a:ext cx="1703152" cy="577677"/>
              </a:xfrm>
              <a:custGeom>
                <a:avLst/>
                <a:gdLst/>
                <a:ahLst/>
                <a:cxnLst/>
                <a:rect l="l" t="t" r="r" b="b"/>
                <a:pathLst>
                  <a:path w="37564" h="12741" extrusionOk="0">
                    <a:moveTo>
                      <a:pt x="37330" y="1"/>
                    </a:moveTo>
                    <a:lnTo>
                      <a:pt x="37236" y="48"/>
                    </a:lnTo>
                    <a:lnTo>
                      <a:pt x="37189" y="141"/>
                    </a:lnTo>
                    <a:lnTo>
                      <a:pt x="37189" y="235"/>
                    </a:lnTo>
                    <a:lnTo>
                      <a:pt x="28196" y="9227"/>
                    </a:lnTo>
                    <a:lnTo>
                      <a:pt x="27634" y="9790"/>
                    </a:lnTo>
                    <a:lnTo>
                      <a:pt x="27588" y="9883"/>
                    </a:lnTo>
                    <a:lnTo>
                      <a:pt x="2717" y="9883"/>
                    </a:lnTo>
                    <a:lnTo>
                      <a:pt x="2624" y="10024"/>
                    </a:lnTo>
                    <a:lnTo>
                      <a:pt x="2483" y="10164"/>
                    </a:lnTo>
                    <a:lnTo>
                      <a:pt x="2155" y="10492"/>
                    </a:lnTo>
                    <a:lnTo>
                      <a:pt x="1546" y="11101"/>
                    </a:lnTo>
                    <a:lnTo>
                      <a:pt x="563" y="12084"/>
                    </a:lnTo>
                    <a:lnTo>
                      <a:pt x="235" y="12412"/>
                    </a:lnTo>
                    <a:lnTo>
                      <a:pt x="141" y="12412"/>
                    </a:lnTo>
                    <a:lnTo>
                      <a:pt x="48" y="12459"/>
                    </a:lnTo>
                    <a:lnTo>
                      <a:pt x="1" y="12506"/>
                    </a:lnTo>
                    <a:lnTo>
                      <a:pt x="1" y="12600"/>
                    </a:lnTo>
                    <a:lnTo>
                      <a:pt x="1" y="12647"/>
                    </a:lnTo>
                    <a:lnTo>
                      <a:pt x="48" y="12693"/>
                    </a:lnTo>
                    <a:lnTo>
                      <a:pt x="95" y="12740"/>
                    </a:lnTo>
                    <a:lnTo>
                      <a:pt x="235" y="12740"/>
                    </a:lnTo>
                    <a:lnTo>
                      <a:pt x="282" y="12693"/>
                    </a:lnTo>
                    <a:lnTo>
                      <a:pt x="329" y="12600"/>
                    </a:lnTo>
                    <a:lnTo>
                      <a:pt x="329" y="12506"/>
                    </a:lnTo>
                    <a:lnTo>
                      <a:pt x="376" y="12506"/>
                    </a:lnTo>
                    <a:lnTo>
                      <a:pt x="703" y="12178"/>
                    </a:lnTo>
                    <a:lnTo>
                      <a:pt x="1640" y="11241"/>
                    </a:lnTo>
                    <a:lnTo>
                      <a:pt x="2296" y="10586"/>
                    </a:lnTo>
                    <a:lnTo>
                      <a:pt x="2577" y="10305"/>
                    </a:lnTo>
                    <a:lnTo>
                      <a:pt x="2764" y="10117"/>
                    </a:lnTo>
                    <a:lnTo>
                      <a:pt x="2811" y="10071"/>
                    </a:lnTo>
                    <a:lnTo>
                      <a:pt x="27634" y="10071"/>
                    </a:lnTo>
                    <a:lnTo>
                      <a:pt x="27681" y="10024"/>
                    </a:lnTo>
                    <a:lnTo>
                      <a:pt x="27775" y="9930"/>
                    </a:lnTo>
                    <a:lnTo>
                      <a:pt x="28337" y="9368"/>
                    </a:lnTo>
                    <a:lnTo>
                      <a:pt x="37330" y="375"/>
                    </a:lnTo>
                    <a:lnTo>
                      <a:pt x="37423" y="375"/>
                    </a:lnTo>
                    <a:lnTo>
                      <a:pt x="37517" y="329"/>
                    </a:lnTo>
                    <a:lnTo>
                      <a:pt x="37564" y="235"/>
                    </a:lnTo>
                    <a:lnTo>
                      <a:pt x="37564" y="188"/>
                    </a:lnTo>
                    <a:lnTo>
                      <a:pt x="37564" y="141"/>
                    </a:lnTo>
                    <a:lnTo>
                      <a:pt x="37517" y="48"/>
                    </a:lnTo>
                    <a:lnTo>
                      <a:pt x="3742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384688CE-98D2-3FDC-3E78-8986D9089793}"/>
                  </a:ext>
                </a:extLst>
              </p:cNvPr>
              <p:cNvSpPr/>
              <p:nvPr/>
            </p:nvSpPr>
            <p:spPr>
              <a:xfrm>
                <a:off x="5591990" y="5005452"/>
                <a:ext cx="1613968" cy="513929"/>
              </a:xfrm>
              <a:custGeom>
                <a:avLst/>
                <a:gdLst/>
                <a:ahLst/>
                <a:cxnLst/>
                <a:rect l="l" t="t" r="r" b="b"/>
                <a:pathLst>
                  <a:path w="35597" h="11335" extrusionOk="0">
                    <a:moveTo>
                      <a:pt x="35362" y="1"/>
                    </a:moveTo>
                    <a:lnTo>
                      <a:pt x="35316" y="47"/>
                    </a:lnTo>
                    <a:lnTo>
                      <a:pt x="35269" y="141"/>
                    </a:lnTo>
                    <a:lnTo>
                      <a:pt x="35269" y="235"/>
                    </a:lnTo>
                    <a:lnTo>
                      <a:pt x="35222" y="235"/>
                    </a:lnTo>
                    <a:lnTo>
                      <a:pt x="27353" y="8103"/>
                    </a:lnTo>
                    <a:lnTo>
                      <a:pt x="26838" y="8665"/>
                    </a:lnTo>
                    <a:lnTo>
                      <a:pt x="26744" y="8712"/>
                    </a:lnTo>
                    <a:lnTo>
                      <a:pt x="26744" y="8759"/>
                    </a:lnTo>
                    <a:lnTo>
                      <a:pt x="2436" y="8759"/>
                    </a:lnTo>
                    <a:lnTo>
                      <a:pt x="2343" y="8853"/>
                    </a:lnTo>
                    <a:lnTo>
                      <a:pt x="2202" y="8993"/>
                    </a:lnTo>
                    <a:lnTo>
                      <a:pt x="1921" y="9274"/>
                    </a:lnTo>
                    <a:lnTo>
                      <a:pt x="1359" y="9836"/>
                    </a:lnTo>
                    <a:lnTo>
                      <a:pt x="563" y="10632"/>
                    </a:lnTo>
                    <a:lnTo>
                      <a:pt x="235" y="10960"/>
                    </a:lnTo>
                    <a:lnTo>
                      <a:pt x="141" y="10960"/>
                    </a:lnTo>
                    <a:lnTo>
                      <a:pt x="48" y="11007"/>
                    </a:lnTo>
                    <a:lnTo>
                      <a:pt x="1" y="11101"/>
                    </a:lnTo>
                    <a:lnTo>
                      <a:pt x="1" y="11148"/>
                    </a:lnTo>
                    <a:lnTo>
                      <a:pt x="1" y="11241"/>
                    </a:lnTo>
                    <a:lnTo>
                      <a:pt x="48" y="11288"/>
                    </a:lnTo>
                    <a:lnTo>
                      <a:pt x="94" y="11335"/>
                    </a:lnTo>
                    <a:lnTo>
                      <a:pt x="235" y="11335"/>
                    </a:lnTo>
                    <a:lnTo>
                      <a:pt x="282" y="11288"/>
                    </a:lnTo>
                    <a:lnTo>
                      <a:pt x="329" y="11194"/>
                    </a:lnTo>
                    <a:lnTo>
                      <a:pt x="329" y="11101"/>
                    </a:lnTo>
                    <a:lnTo>
                      <a:pt x="375" y="11101"/>
                    </a:lnTo>
                    <a:lnTo>
                      <a:pt x="657" y="10773"/>
                    </a:lnTo>
                    <a:lnTo>
                      <a:pt x="1500" y="9977"/>
                    </a:lnTo>
                    <a:lnTo>
                      <a:pt x="2062" y="9415"/>
                    </a:lnTo>
                    <a:lnTo>
                      <a:pt x="2343" y="9134"/>
                    </a:lnTo>
                    <a:lnTo>
                      <a:pt x="2483" y="8946"/>
                    </a:lnTo>
                    <a:lnTo>
                      <a:pt x="2530" y="8900"/>
                    </a:lnTo>
                    <a:lnTo>
                      <a:pt x="26791" y="8900"/>
                    </a:lnTo>
                    <a:lnTo>
                      <a:pt x="26838" y="8853"/>
                    </a:lnTo>
                    <a:lnTo>
                      <a:pt x="26932" y="8806"/>
                    </a:lnTo>
                    <a:lnTo>
                      <a:pt x="27494" y="8244"/>
                    </a:lnTo>
                    <a:lnTo>
                      <a:pt x="35362" y="375"/>
                    </a:lnTo>
                    <a:lnTo>
                      <a:pt x="35362" y="328"/>
                    </a:lnTo>
                    <a:lnTo>
                      <a:pt x="35456" y="375"/>
                    </a:lnTo>
                    <a:lnTo>
                      <a:pt x="35550" y="328"/>
                    </a:lnTo>
                    <a:lnTo>
                      <a:pt x="35597" y="235"/>
                    </a:lnTo>
                    <a:lnTo>
                      <a:pt x="35597" y="188"/>
                    </a:lnTo>
                    <a:lnTo>
                      <a:pt x="35597" y="94"/>
                    </a:lnTo>
                    <a:lnTo>
                      <a:pt x="35550" y="47"/>
                    </a:lnTo>
                    <a:lnTo>
                      <a:pt x="3550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31">
              <a:extLst>
                <a:ext uri="{FF2B5EF4-FFF2-40B4-BE49-F238E27FC236}">
                  <a16:creationId xmlns:a16="http://schemas.microsoft.com/office/drawing/2014/main" id="{79B5C54E-9918-336B-4766-F3A4C6094633}"/>
                </a:ext>
              </a:extLst>
            </p:cNvPr>
            <p:cNvGrpSpPr/>
            <p:nvPr/>
          </p:nvGrpSpPr>
          <p:grpSpPr>
            <a:xfrm rot="10800000" flipH="1">
              <a:off x="3563870" y="606106"/>
              <a:ext cx="1148870" cy="732694"/>
              <a:chOff x="8552284" y="3845972"/>
              <a:chExt cx="1148870" cy="732694"/>
            </a:xfrm>
          </p:grpSpPr>
          <p:sp>
            <p:nvSpPr>
              <p:cNvPr id="652" name="Google Shape;652;p31">
                <a:extLst>
                  <a:ext uri="{FF2B5EF4-FFF2-40B4-BE49-F238E27FC236}">
                    <a16:creationId xmlns:a16="http://schemas.microsoft.com/office/drawing/2014/main" id="{31CB6AF3-3F88-E8AA-A8C8-383A8A971B0B}"/>
                  </a:ext>
                </a:extLst>
              </p:cNvPr>
              <p:cNvSpPr/>
              <p:nvPr/>
            </p:nvSpPr>
            <p:spPr>
              <a:xfrm>
                <a:off x="8639336" y="3845972"/>
                <a:ext cx="1061817" cy="645642"/>
              </a:xfrm>
              <a:custGeom>
                <a:avLst/>
                <a:gdLst/>
                <a:ahLst/>
                <a:cxnLst/>
                <a:rect l="l" t="t" r="r" b="b"/>
                <a:pathLst>
                  <a:path w="23419" h="14240" extrusionOk="0">
                    <a:moveTo>
                      <a:pt x="188" y="1"/>
                    </a:moveTo>
                    <a:lnTo>
                      <a:pt x="94" y="48"/>
                    </a:lnTo>
                    <a:lnTo>
                      <a:pt x="47" y="95"/>
                    </a:lnTo>
                    <a:lnTo>
                      <a:pt x="0" y="141"/>
                    </a:lnTo>
                    <a:lnTo>
                      <a:pt x="0" y="188"/>
                    </a:lnTo>
                    <a:lnTo>
                      <a:pt x="0" y="282"/>
                    </a:lnTo>
                    <a:lnTo>
                      <a:pt x="47" y="329"/>
                    </a:lnTo>
                    <a:lnTo>
                      <a:pt x="141" y="376"/>
                    </a:lnTo>
                    <a:lnTo>
                      <a:pt x="234" y="376"/>
                    </a:lnTo>
                    <a:lnTo>
                      <a:pt x="3373" y="3514"/>
                    </a:lnTo>
                    <a:lnTo>
                      <a:pt x="5668" y="5855"/>
                    </a:lnTo>
                    <a:lnTo>
                      <a:pt x="6838" y="6980"/>
                    </a:lnTo>
                    <a:lnTo>
                      <a:pt x="7400" y="7588"/>
                    </a:lnTo>
                    <a:lnTo>
                      <a:pt x="7728" y="7869"/>
                    </a:lnTo>
                    <a:lnTo>
                      <a:pt x="7775" y="7916"/>
                    </a:lnTo>
                    <a:lnTo>
                      <a:pt x="17002" y="7916"/>
                    </a:lnTo>
                    <a:lnTo>
                      <a:pt x="17049" y="7963"/>
                    </a:lnTo>
                    <a:lnTo>
                      <a:pt x="17470" y="8385"/>
                    </a:lnTo>
                    <a:lnTo>
                      <a:pt x="23044" y="14005"/>
                    </a:lnTo>
                    <a:lnTo>
                      <a:pt x="23091" y="14005"/>
                    </a:lnTo>
                    <a:lnTo>
                      <a:pt x="23091" y="14099"/>
                    </a:lnTo>
                    <a:lnTo>
                      <a:pt x="23138" y="14192"/>
                    </a:lnTo>
                    <a:lnTo>
                      <a:pt x="23184" y="14239"/>
                    </a:lnTo>
                    <a:lnTo>
                      <a:pt x="23325" y="14239"/>
                    </a:lnTo>
                    <a:lnTo>
                      <a:pt x="23372" y="14192"/>
                    </a:lnTo>
                    <a:lnTo>
                      <a:pt x="23419" y="14146"/>
                    </a:lnTo>
                    <a:lnTo>
                      <a:pt x="23419" y="14052"/>
                    </a:lnTo>
                    <a:lnTo>
                      <a:pt x="23419" y="14005"/>
                    </a:lnTo>
                    <a:lnTo>
                      <a:pt x="23372" y="13911"/>
                    </a:lnTo>
                    <a:lnTo>
                      <a:pt x="23278" y="13865"/>
                    </a:lnTo>
                    <a:lnTo>
                      <a:pt x="23184" y="13911"/>
                    </a:lnTo>
                    <a:lnTo>
                      <a:pt x="23184" y="13865"/>
                    </a:lnTo>
                    <a:lnTo>
                      <a:pt x="17564" y="8291"/>
                    </a:lnTo>
                    <a:lnTo>
                      <a:pt x="17142" y="7823"/>
                    </a:lnTo>
                    <a:lnTo>
                      <a:pt x="17096" y="7776"/>
                    </a:lnTo>
                    <a:lnTo>
                      <a:pt x="7869" y="7776"/>
                    </a:lnTo>
                    <a:lnTo>
                      <a:pt x="7822" y="7729"/>
                    </a:lnTo>
                    <a:lnTo>
                      <a:pt x="7541" y="7448"/>
                    </a:lnTo>
                    <a:lnTo>
                      <a:pt x="6979" y="6886"/>
                    </a:lnTo>
                    <a:lnTo>
                      <a:pt x="5808" y="5715"/>
                    </a:lnTo>
                    <a:lnTo>
                      <a:pt x="3466" y="3373"/>
                    </a:lnTo>
                    <a:lnTo>
                      <a:pt x="375" y="282"/>
                    </a:lnTo>
                    <a:lnTo>
                      <a:pt x="328" y="235"/>
                    </a:lnTo>
                    <a:lnTo>
                      <a:pt x="328" y="141"/>
                    </a:lnTo>
                    <a:lnTo>
                      <a:pt x="281" y="95"/>
                    </a:lnTo>
                    <a:lnTo>
                      <a:pt x="234" y="48"/>
                    </a:lnTo>
                    <a:lnTo>
                      <a:pt x="188"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425501FD-6A04-5E86-D919-C46E833B2B4B}"/>
                  </a:ext>
                </a:extLst>
              </p:cNvPr>
              <p:cNvSpPr/>
              <p:nvPr/>
            </p:nvSpPr>
            <p:spPr>
              <a:xfrm>
                <a:off x="8552284" y="3933070"/>
                <a:ext cx="1063948" cy="645596"/>
              </a:xfrm>
              <a:custGeom>
                <a:avLst/>
                <a:gdLst/>
                <a:ahLst/>
                <a:cxnLst/>
                <a:rect l="l" t="t" r="r" b="b"/>
                <a:pathLst>
                  <a:path w="23466" h="14239" extrusionOk="0">
                    <a:moveTo>
                      <a:pt x="187" y="0"/>
                    </a:moveTo>
                    <a:lnTo>
                      <a:pt x="94" y="47"/>
                    </a:lnTo>
                    <a:lnTo>
                      <a:pt x="47" y="47"/>
                    </a:lnTo>
                    <a:lnTo>
                      <a:pt x="0" y="141"/>
                    </a:lnTo>
                    <a:lnTo>
                      <a:pt x="0" y="188"/>
                    </a:lnTo>
                    <a:lnTo>
                      <a:pt x="0" y="281"/>
                    </a:lnTo>
                    <a:lnTo>
                      <a:pt x="47" y="328"/>
                    </a:lnTo>
                    <a:lnTo>
                      <a:pt x="141" y="375"/>
                    </a:lnTo>
                    <a:lnTo>
                      <a:pt x="234" y="375"/>
                    </a:lnTo>
                    <a:lnTo>
                      <a:pt x="3372" y="3513"/>
                    </a:lnTo>
                    <a:lnTo>
                      <a:pt x="5667" y="5808"/>
                    </a:lnTo>
                    <a:lnTo>
                      <a:pt x="6838" y="6979"/>
                    </a:lnTo>
                    <a:lnTo>
                      <a:pt x="7447" y="7588"/>
                    </a:lnTo>
                    <a:lnTo>
                      <a:pt x="7728" y="7869"/>
                    </a:lnTo>
                    <a:lnTo>
                      <a:pt x="7775" y="7916"/>
                    </a:lnTo>
                    <a:lnTo>
                      <a:pt x="17002" y="7916"/>
                    </a:lnTo>
                    <a:lnTo>
                      <a:pt x="17049" y="7962"/>
                    </a:lnTo>
                    <a:lnTo>
                      <a:pt x="17470" y="8384"/>
                    </a:lnTo>
                    <a:lnTo>
                      <a:pt x="23090" y="13957"/>
                    </a:lnTo>
                    <a:lnTo>
                      <a:pt x="23090" y="14004"/>
                    </a:lnTo>
                    <a:lnTo>
                      <a:pt x="23090" y="14098"/>
                    </a:lnTo>
                    <a:lnTo>
                      <a:pt x="23137" y="14192"/>
                    </a:lnTo>
                    <a:lnTo>
                      <a:pt x="23184" y="14192"/>
                    </a:lnTo>
                    <a:lnTo>
                      <a:pt x="23278" y="14238"/>
                    </a:lnTo>
                    <a:lnTo>
                      <a:pt x="23325" y="14192"/>
                    </a:lnTo>
                    <a:lnTo>
                      <a:pt x="23371" y="14192"/>
                    </a:lnTo>
                    <a:lnTo>
                      <a:pt x="23418" y="14098"/>
                    </a:lnTo>
                    <a:lnTo>
                      <a:pt x="23465" y="14051"/>
                    </a:lnTo>
                    <a:lnTo>
                      <a:pt x="23418" y="13957"/>
                    </a:lnTo>
                    <a:lnTo>
                      <a:pt x="23371" y="13911"/>
                    </a:lnTo>
                    <a:lnTo>
                      <a:pt x="23325" y="13864"/>
                    </a:lnTo>
                    <a:lnTo>
                      <a:pt x="23184" y="13864"/>
                    </a:lnTo>
                    <a:lnTo>
                      <a:pt x="17611" y="8243"/>
                    </a:lnTo>
                    <a:lnTo>
                      <a:pt x="17189" y="7822"/>
                    </a:lnTo>
                    <a:lnTo>
                      <a:pt x="17095" y="7775"/>
                    </a:lnTo>
                    <a:lnTo>
                      <a:pt x="7869" y="7775"/>
                    </a:lnTo>
                    <a:lnTo>
                      <a:pt x="7822" y="7728"/>
                    </a:lnTo>
                    <a:lnTo>
                      <a:pt x="7541" y="7447"/>
                    </a:lnTo>
                    <a:lnTo>
                      <a:pt x="6979" y="6885"/>
                    </a:lnTo>
                    <a:lnTo>
                      <a:pt x="5808" y="5714"/>
                    </a:lnTo>
                    <a:lnTo>
                      <a:pt x="3466" y="3372"/>
                    </a:lnTo>
                    <a:lnTo>
                      <a:pt x="375" y="281"/>
                    </a:lnTo>
                    <a:lnTo>
                      <a:pt x="328" y="234"/>
                    </a:lnTo>
                    <a:lnTo>
                      <a:pt x="328" y="141"/>
                    </a:lnTo>
                    <a:lnTo>
                      <a:pt x="281" y="47"/>
                    </a:lnTo>
                    <a:lnTo>
                      <a:pt x="234" y="47"/>
                    </a:lnTo>
                    <a:lnTo>
                      <a:pt x="18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1">
              <a:extLst>
                <a:ext uri="{FF2B5EF4-FFF2-40B4-BE49-F238E27FC236}">
                  <a16:creationId xmlns:a16="http://schemas.microsoft.com/office/drawing/2014/main" id="{ACDE9BAB-85C1-004D-9E8E-1FE2228A4C52}"/>
                </a:ext>
              </a:extLst>
            </p:cNvPr>
            <p:cNvGrpSpPr/>
            <p:nvPr/>
          </p:nvGrpSpPr>
          <p:grpSpPr>
            <a:xfrm rot="10800000" flipH="1">
              <a:off x="3423679" y="-1135222"/>
              <a:ext cx="724216" cy="2240431"/>
              <a:chOff x="8412092" y="4079564"/>
              <a:chExt cx="724216" cy="2240431"/>
            </a:xfrm>
          </p:grpSpPr>
          <p:sp>
            <p:nvSpPr>
              <p:cNvPr id="655" name="Google Shape;655;p31">
                <a:extLst>
                  <a:ext uri="{FF2B5EF4-FFF2-40B4-BE49-F238E27FC236}">
                    <a16:creationId xmlns:a16="http://schemas.microsoft.com/office/drawing/2014/main" id="{E7046284-963D-C107-8493-EE4C812018C4}"/>
                  </a:ext>
                </a:extLst>
              </p:cNvPr>
              <p:cNvSpPr/>
              <p:nvPr/>
            </p:nvSpPr>
            <p:spPr>
              <a:xfrm>
                <a:off x="8412092" y="4079564"/>
                <a:ext cx="620161" cy="2240431"/>
              </a:xfrm>
              <a:custGeom>
                <a:avLst/>
                <a:gdLst/>
                <a:ahLst/>
                <a:cxnLst/>
                <a:rect l="l" t="t" r="r" b="b"/>
                <a:pathLst>
                  <a:path w="13678" h="49414" extrusionOk="0">
                    <a:moveTo>
                      <a:pt x="94" y="1"/>
                    </a:moveTo>
                    <a:lnTo>
                      <a:pt x="48" y="48"/>
                    </a:lnTo>
                    <a:lnTo>
                      <a:pt x="1" y="95"/>
                    </a:lnTo>
                    <a:lnTo>
                      <a:pt x="1" y="188"/>
                    </a:lnTo>
                    <a:lnTo>
                      <a:pt x="48" y="282"/>
                    </a:lnTo>
                    <a:lnTo>
                      <a:pt x="94" y="329"/>
                    </a:lnTo>
                    <a:lnTo>
                      <a:pt x="94" y="376"/>
                    </a:lnTo>
                    <a:lnTo>
                      <a:pt x="94" y="11382"/>
                    </a:lnTo>
                    <a:lnTo>
                      <a:pt x="94" y="11663"/>
                    </a:lnTo>
                    <a:lnTo>
                      <a:pt x="94" y="11757"/>
                    </a:lnTo>
                    <a:lnTo>
                      <a:pt x="94" y="11804"/>
                    </a:lnTo>
                    <a:lnTo>
                      <a:pt x="94" y="11851"/>
                    </a:lnTo>
                    <a:lnTo>
                      <a:pt x="235" y="11991"/>
                    </a:lnTo>
                    <a:lnTo>
                      <a:pt x="610" y="12366"/>
                    </a:lnTo>
                    <a:lnTo>
                      <a:pt x="1453" y="13162"/>
                    </a:lnTo>
                    <a:lnTo>
                      <a:pt x="3045" y="14754"/>
                    </a:lnTo>
                    <a:lnTo>
                      <a:pt x="6230" y="17986"/>
                    </a:lnTo>
                    <a:lnTo>
                      <a:pt x="12647" y="24403"/>
                    </a:lnTo>
                    <a:lnTo>
                      <a:pt x="13256" y="25012"/>
                    </a:lnTo>
                    <a:lnTo>
                      <a:pt x="13396" y="25152"/>
                    </a:lnTo>
                    <a:lnTo>
                      <a:pt x="13443" y="25199"/>
                    </a:lnTo>
                    <a:lnTo>
                      <a:pt x="13443" y="25293"/>
                    </a:lnTo>
                    <a:lnTo>
                      <a:pt x="13443" y="25761"/>
                    </a:lnTo>
                    <a:lnTo>
                      <a:pt x="13443" y="27494"/>
                    </a:lnTo>
                    <a:lnTo>
                      <a:pt x="13443" y="31007"/>
                    </a:lnTo>
                    <a:lnTo>
                      <a:pt x="13443" y="37985"/>
                    </a:lnTo>
                    <a:lnTo>
                      <a:pt x="13443" y="49085"/>
                    </a:lnTo>
                    <a:lnTo>
                      <a:pt x="13349" y="49132"/>
                    </a:lnTo>
                    <a:lnTo>
                      <a:pt x="13349" y="49226"/>
                    </a:lnTo>
                    <a:lnTo>
                      <a:pt x="13349" y="49320"/>
                    </a:lnTo>
                    <a:lnTo>
                      <a:pt x="13396" y="49366"/>
                    </a:lnTo>
                    <a:lnTo>
                      <a:pt x="13443" y="49413"/>
                    </a:lnTo>
                    <a:lnTo>
                      <a:pt x="13583" y="49413"/>
                    </a:lnTo>
                    <a:lnTo>
                      <a:pt x="13630" y="49366"/>
                    </a:lnTo>
                    <a:lnTo>
                      <a:pt x="13677" y="49320"/>
                    </a:lnTo>
                    <a:lnTo>
                      <a:pt x="13677" y="49226"/>
                    </a:lnTo>
                    <a:lnTo>
                      <a:pt x="13677" y="49132"/>
                    </a:lnTo>
                    <a:lnTo>
                      <a:pt x="13583" y="49085"/>
                    </a:lnTo>
                    <a:lnTo>
                      <a:pt x="13583" y="37985"/>
                    </a:lnTo>
                    <a:lnTo>
                      <a:pt x="13583" y="31007"/>
                    </a:lnTo>
                    <a:lnTo>
                      <a:pt x="13583" y="27494"/>
                    </a:lnTo>
                    <a:lnTo>
                      <a:pt x="13583" y="25761"/>
                    </a:lnTo>
                    <a:lnTo>
                      <a:pt x="13583" y="25293"/>
                    </a:lnTo>
                    <a:lnTo>
                      <a:pt x="13583" y="25199"/>
                    </a:lnTo>
                    <a:lnTo>
                      <a:pt x="13583" y="25105"/>
                    </a:lnTo>
                    <a:lnTo>
                      <a:pt x="13537" y="25058"/>
                    </a:lnTo>
                    <a:lnTo>
                      <a:pt x="13396" y="24871"/>
                    </a:lnTo>
                    <a:lnTo>
                      <a:pt x="12787" y="24262"/>
                    </a:lnTo>
                    <a:lnTo>
                      <a:pt x="6371" y="17846"/>
                    </a:lnTo>
                    <a:lnTo>
                      <a:pt x="3139" y="14661"/>
                    </a:lnTo>
                    <a:lnTo>
                      <a:pt x="1546" y="13068"/>
                    </a:lnTo>
                    <a:lnTo>
                      <a:pt x="750" y="12272"/>
                    </a:lnTo>
                    <a:lnTo>
                      <a:pt x="329" y="11851"/>
                    </a:lnTo>
                    <a:lnTo>
                      <a:pt x="282" y="11757"/>
                    </a:lnTo>
                    <a:lnTo>
                      <a:pt x="282" y="11663"/>
                    </a:lnTo>
                    <a:lnTo>
                      <a:pt x="282" y="11382"/>
                    </a:lnTo>
                    <a:lnTo>
                      <a:pt x="282" y="376"/>
                    </a:lnTo>
                    <a:lnTo>
                      <a:pt x="282" y="329"/>
                    </a:lnTo>
                    <a:lnTo>
                      <a:pt x="329" y="282"/>
                    </a:lnTo>
                    <a:lnTo>
                      <a:pt x="375" y="188"/>
                    </a:lnTo>
                    <a:lnTo>
                      <a:pt x="329" y="95"/>
                    </a:lnTo>
                    <a:lnTo>
                      <a:pt x="329" y="48"/>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DE5C53E7-3962-5E5C-CC23-C3B140D11EAB}"/>
                  </a:ext>
                </a:extLst>
              </p:cNvPr>
              <p:cNvSpPr/>
              <p:nvPr/>
            </p:nvSpPr>
            <p:spPr>
              <a:xfrm>
                <a:off x="8503407" y="4332289"/>
                <a:ext cx="632901" cy="1303888"/>
              </a:xfrm>
              <a:custGeom>
                <a:avLst/>
                <a:gdLst/>
                <a:ahLst/>
                <a:cxnLst/>
                <a:rect l="l" t="t" r="r" b="b"/>
                <a:pathLst>
                  <a:path w="13959" h="28758" extrusionOk="0">
                    <a:moveTo>
                      <a:pt x="141" y="0"/>
                    </a:moveTo>
                    <a:lnTo>
                      <a:pt x="48" y="47"/>
                    </a:lnTo>
                    <a:lnTo>
                      <a:pt x="48" y="94"/>
                    </a:lnTo>
                    <a:lnTo>
                      <a:pt x="1" y="188"/>
                    </a:lnTo>
                    <a:lnTo>
                      <a:pt x="48" y="281"/>
                    </a:lnTo>
                    <a:lnTo>
                      <a:pt x="94" y="328"/>
                    </a:lnTo>
                    <a:lnTo>
                      <a:pt x="94" y="375"/>
                    </a:lnTo>
                    <a:lnTo>
                      <a:pt x="94" y="4778"/>
                    </a:lnTo>
                    <a:lnTo>
                      <a:pt x="94" y="4965"/>
                    </a:lnTo>
                    <a:lnTo>
                      <a:pt x="141" y="4965"/>
                    </a:lnTo>
                    <a:lnTo>
                      <a:pt x="141" y="5012"/>
                    </a:lnTo>
                    <a:lnTo>
                      <a:pt x="188" y="5059"/>
                    </a:lnTo>
                    <a:lnTo>
                      <a:pt x="235" y="5106"/>
                    </a:lnTo>
                    <a:lnTo>
                      <a:pt x="422" y="5293"/>
                    </a:lnTo>
                    <a:lnTo>
                      <a:pt x="844" y="5715"/>
                    </a:lnTo>
                    <a:lnTo>
                      <a:pt x="1640" y="6511"/>
                    </a:lnTo>
                    <a:lnTo>
                      <a:pt x="3279" y="8150"/>
                    </a:lnTo>
                    <a:lnTo>
                      <a:pt x="6558" y="11429"/>
                    </a:lnTo>
                    <a:lnTo>
                      <a:pt x="13068" y="17939"/>
                    </a:lnTo>
                    <a:lnTo>
                      <a:pt x="13630" y="18501"/>
                    </a:lnTo>
                    <a:lnTo>
                      <a:pt x="13677" y="18548"/>
                    </a:lnTo>
                    <a:lnTo>
                      <a:pt x="13677" y="18595"/>
                    </a:lnTo>
                    <a:lnTo>
                      <a:pt x="13677" y="18782"/>
                    </a:lnTo>
                    <a:lnTo>
                      <a:pt x="13677" y="19157"/>
                    </a:lnTo>
                    <a:lnTo>
                      <a:pt x="13677" y="20702"/>
                    </a:lnTo>
                    <a:lnTo>
                      <a:pt x="13677" y="23793"/>
                    </a:lnTo>
                    <a:lnTo>
                      <a:pt x="13677" y="28383"/>
                    </a:lnTo>
                    <a:lnTo>
                      <a:pt x="13630" y="28477"/>
                    </a:lnTo>
                    <a:lnTo>
                      <a:pt x="13583" y="28571"/>
                    </a:lnTo>
                    <a:lnTo>
                      <a:pt x="13583" y="28617"/>
                    </a:lnTo>
                    <a:lnTo>
                      <a:pt x="13630" y="28664"/>
                    </a:lnTo>
                    <a:lnTo>
                      <a:pt x="13677" y="28711"/>
                    </a:lnTo>
                    <a:lnTo>
                      <a:pt x="13771" y="28758"/>
                    </a:lnTo>
                    <a:lnTo>
                      <a:pt x="13818" y="28711"/>
                    </a:lnTo>
                    <a:lnTo>
                      <a:pt x="13864" y="28664"/>
                    </a:lnTo>
                    <a:lnTo>
                      <a:pt x="13911" y="28617"/>
                    </a:lnTo>
                    <a:lnTo>
                      <a:pt x="13958" y="28571"/>
                    </a:lnTo>
                    <a:lnTo>
                      <a:pt x="13911" y="28477"/>
                    </a:lnTo>
                    <a:lnTo>
                      <a:pt x="13818" y="28383"/>
                    </a:lnTo>
                    <a:lnTo>
                      <a:pt x="13864" y="28383"/>
                    </a:lnTo>
                    <a:lnTo>
                      <a:pt x="13864" y="23793"/>
                    </a:lnTo>
                    <a:lnTo>
                      <a:pt x="13864" y="20702"/>
                    </a:lnTo>
                    <a:lnTo>
                      <a:pt x="13864" y="19157"/>
                    </a:lnTo>
                    <a:lnTo>
                      <a:pt x="13864" y="18782"/>
                    </a:lnTo>
                    <a:lnTo>
                      <a:pt x="13864" y="18595"/>
                    </a:lnTo>
                    <a:lnTo>
                      <a:pt x="13864" y="18501"/>
                    </a:lnTo>
                    <a:lnTo>
                      <a:pt x="13864" y="18454"/>
                    </a:lnTo>
                    <a:lnTo>
                      <a:pt x="13818" y="18454"/>
                    </a:lnTo>
                    <a:lnTo>
                      <a:pt x="13724" y="18360"/>
                    </a:lnTo>
                    <a:lnTo>
                      <a:pt x="13209" y="17798"/>
                    </a:lnTo>
                    <a:lnTo>
                      <a:pt x="6652" y="11288"/>
                    </a:lnTo>
                    <a:lnTo>
                      <a:pt x="3420" y="8009"/>
                    </a:lnTo>
                    <a:lnTo>
                      <a:pt x="1781" y="6417"/>
                    </a:lnTo>
                    <a:lnTo>
                      <a:pt x="984" y="5574"/>
                    </a:lnTo>
                    <a:lnTo>
                      <a:pt x="563" y="5152"/>
                    </a:lnTo>
                    <a:lnTo>
                      <a:pt x="329" y="4965"/>
                    </a:lnTo>
                    <a:lnTo>
                      <a:pt x="282" y="4918"/>
                    </a:lnTo>
                    <a:lnTo>
                      <a:pt x="282" y="4778"/>
                    </a:lnTo>
                    <a:lnTo>
                      <a:pt x="282" y="375"/>
                    </a:lnTo>
                    <a:lnTo>
                      <a:pt x="282" y="328"/>
                    </a:lnTo>
                    <a:lnTo>
                      <a:pt x="329" y="281"/>
                    </a:lnTo>
                    <a:lnTo>
                      <a:pt x="375" y="188"/>
                    </a:lnTo>
                    <a:lnTo>
                      <a:pt x="375" y="94"/>
                    </a:lnTo>
                    <a:lnTo>
                      <a:pt x="329"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 name="Google Shape;657;p31">
              <a:extLst>
                <a:ext uri="{FF2B5EF4-FFF2-40B4-BE49-F238E27FC236}">
                  <a16:creationId xmlns:a16="http://schemas.microsoft.com/office/drawing/2014/main" id="{5B6540BC-102D-D4E5-D4B4-C226B451432A}"/>
                </a:ext>
              </a:extLst>
            </p:cNvPr>
            <p:cNvGrpSpPr/>
            <p:nvPr/>
          </p:nvGrpSpPr>
          <p:grpSpPr>
            <a:xfrm rot="10800000">
              <a:off x="-12692" y="2888930"/>
              <a:ext cx="1346371" cy="3302203"/>
              <a:chOff x="8388742" y="-1006360"/>
              <a:chExt cx="1346371" cy="3302203"/>
            </a:xfrm>
          </p:grpSpPr>
          <p:sp>
            <p:nvSpPr>
              <p:cNvPr id="658" name="Google Shape;658;p31">
                <a:extLst>
                  <a:ext uri="{FF2B5EF4-FFF2-40B4-BE49-F238E27FC236}">
                    <a16:creationId xmlns:a16="http://schemas.microsoft.com/office/drawing/2014/main" id="{72C152D8-CE5A-8608-9856-C3F6B268F7CF}"/>
                  </a:ext>
                </a:extLst>
              </p:cNvPr>
              <p:cNvSpPr/>
              <p:nvPr/>
            </p:nvSpPr>
            <p:spPr>
              <a:xfrm>
                <a:off x="8388742" y="-1006360"/>
                <a:ext cx="1269928" cy="3227891"/>
              </a:xfrm>
              <a:custGeom>
                <a:avLst/>
                <a:gdLst/>
                <a:ahLst/>
                <a:cxnLst/>
                <a:rect l="l" t="t" r="r" b="b"/>
                <a:pathLst>
                  <a:path w="28009" h="71193" extrusionOk="0">
                    <a:moveTo>
                      <a:pt x="27775" y="1"/>
                    </a:moveTo>
                    <a:lnTo>
                      <a:pt x="27728" y="48"/>
                    </a:lnTo>
                    <a:lnTo>
                      <a:pt x="27681" y="94"/>
                    </a:lnTo>
                    <a:lnTo>
                      <a:pt x="27681" y="188"/>
                    </a:lnTo>
                    <a:lnTo>
                      <a:pt x="27681" y="282"/>
                    </a:lnTo>
                    <a:lnTo>
                      <a:pt x="27775" y="329"/>
                    </a:lnTo>
                    <a:lnTo>
                      <a:pt x="27775" y="375"/>
                    </a:lnTo>
                    <a:lnTo>
                      <a:pt x="27775" y="56766"/>
                    </a:lnTo>
                    <a:lnTo>
                      <a:pt x="27775" y="58827"/>
                    </a:lnTo>
                    <a:lnTo>
                      <a:pt x="27775" y="58921"/>
                    </a:lnTo>
                    <a:lnTo>
                      <a:pt x="27775" y="58968"/>
                    </a:lnTo>
                    <a:lnTo>
                      <a:pt x="27775" y="59015"/>
                    </a:lnTo>
                    <a:lnTo>
                      <a:pt x="27587" y="59155"/>
                    </a:lnTo>
                    <a:lnTo>
                      <a:pt x="27213" y="59530"/>
                    </a:lnTo>
                    <a:lnTo>
                      <a:pt x="26510" y="60232"/>
                    </a:lnTo>
                    <a:lnTo>
                      <a:pt x="23653" y="63136"/>
                    </a:lnTo>
                    <a:lnTo>
                      <a:pt x="17892" y="68850"/>
                    </a:lnTo>
                    <a:lnTo>
                      <a:pt x="16815" y="69974"/>
                    </a:lnTo>
                    <a:lnTo>
                      <a:pt x="16253" y="70490"/>
                    </a:lnTo>
                    <a:lnTo>
                      <a:pt x="15972" y="70771"/>
                    </a:lnTo>
                    <a:lnTo>
                      <a:pt x="15878" y="70911"/>
                    </a:lnTo>
                    <a:lnTo>
                      <a:pt x="328" y="70911"/>
                    </a:lnTo>
                    <a:lnTo>
                      <a:pt x="235" y="70864"/>
                    </a:lnTo>
                    <a:lnTo>
                      <a:pt x="141" y="70817"/>
                    </a:lnTo>
                    <a:lnTo>
                      <a:pt x="94" y="70817"/>
                    </a:lnTo>
                    <a:lnTo>
                      <a:pt x="47" y="70864"/>
                    </a:lnTo>
                    <a:lnTo>
                      <a:pt x="1" y="70911"/>
                    </a:lnTo>
                    <a:lnTo>
                      <a:pt x="1" y="71005"/>
                    </a:lnTo>
                    <a:lnTo>
                      <a:pt x="1" y="71052"/>
                    </a:lnTo>
                    <a:lnTo>
                      <a:pt x="47" y="71145"/>
                    </a:lnTo>
                    <a:lnTo>
                      <a:pt x="94" y="71145"/>
                    </a:lnTo>
                    <a:lnTo>
                      <a:pt x="141" y="71192"/>
                    </a:lnTo>
                    <a:lnTo>
                      <a:pt x="235" y="71145"/>
                    </a:lnTo>
                    <a:lnTo>
                      <a:pt x="328" y="71098"/>
                    </a:lnTo>
                    <a:lnTo>
                      <a:pt x="15925" y="71098"/>
                    </a:lnTo>
                    <a:lnTo>
                      <a:pt x="15925" y="71052"/>
                    </a:lnTo>
                    <a:lnTo>
                      <a:pt x="15972" y="71052"/>
                    </a:lnTo>
                    <a:lnTo>
                      <a:pt x="16112" y="70911"/>
                    </a:lnTo>
                    <a:lnTo>
                      <a:pt x="16393" y="70630"/>
                    </a:lnTo>
                    <a:lnTo>
                      <a:pt x="16909" y="70068"/>
                    </a:lnTo>
                    <a:lnTo>
                      <a:pt x="17986" y="68991"/>
                    </a:lnTo>
                    <a:lnTo>
                      <a:pt x="23747" y="63230"/>
                    </a:lnTo>
                    <a:lnTo>
                      <a:pt x="26651" y="60373"/>
                    </a:lnTo>
                    <a:lnTo>
                      <a:pt x="27353" y="59670"/>
                    </a:lnTo>
                    <a:lnTo>
                      <a:pt x="27728" y="59296"/>
                    </a:lnTo>
                    <a:lnTo>
                      <a:pt x="27915" y="59108"/>
                    </a:lnTo>
                    <a:lnTo>
                      <a:pt x="27915" y="59061"/>
                    </a:lnTo>
                    <a:lnTo>
                      <a:pt x="27915" y="59015"/>
                    </a:lnTo>
                    <a:lnTo>
                      <a:pt x="27915" y="58921"/>
                    </a:lnTo>
                    <a:lnTo>
                      <a:pt x="27915" y="58827"/>
                    </a:lnTo>
                    <a:lnTo>
                      <a:pt x="27915" y="56766"/>
                    </a:lnTo>
                    <a:lnTo>
                      <a:pt x="27915" y="375"/>
                    </a:lnTo>
                    <a:lnTo>
                      <a:pt x="27915" y="329"/>
                    </a:lnTo>
                    <a:lnTo>
                      <a:pt x="28009" y="282"/>
                    </a:lnTo>
                    <a:lnTo>
                      <a:pt x="28009" y="188"/>
                    </a:lnTo>
                    <a:lnTo>
                      <a:pt x="28009" y="94"/>
                    </a:lnTo>
                    <a:lnTo>
                      <a:pt x="27962" y="48"/>
                    </a:lnTo>
                    <a:lnTo>
                      <a:pt x="2791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F7862BD5-14FC-0859-9E5E-C34EA67918A5}"/>
                  </a:ext>
                </a:extLst>
              </p:cNvPr>
              <p:cNvSpPr/>
              <p:nvPr/>
            </p:nvSpPr>
            <p:spPr>
              <a:xfrm>
                <a:off x="8388742" y="-1006360"/>
                <a:ext cx="1346371" cy="3302203"/>
              </a:xfrm>
              <a:custGeom>
                <a:avLst/>
                <a:gdLst/>
                <a:ahLst/>
                <a:cxnLst/>
                <a:rect l="l" t="t" r="r" b="b"/>
                <a:pathLst>
                  <a:path w="29695" h="72832" extrusionOk="0">
                    <a:moveTo>
                      <a:pt x="29414" y="1"/>
                    </a:moveTo>
                    <a:lnTo>
                      <a:pt x="29367" y="48"/>
                    </a:lnTo>
                    <a:lnTo>
                      <a:pt x="29320" y="94"/>
                    </a:lnTo>
                    <a:lnTo>
                      <a:pt x="29320" y="188"/>
                    </a:lnTo>
                    <a:lnTo>
                      <a:pt x="29367" y="282"/>
                    </a:lnTo>
                    <a:lnTo>
                      <a:pt x="29414" y="329"/>
                    </a:lnTo>
                    <a:lnTo>
                      <a:pt x="29414" y="375"/>
                    </a:lnTo>
                    <a:lnTo>
                      <a:pt x="29414" y="58359"/>
                    </a:lnTo>
                    <a:lnTo>
                      <a:pt x="29414" y="60373"/>
                    </a:lnTo>
                    <a:lnTo>
                      <a:pt x="29414" y="60607"/>
                    </a:lnTo>
                    <a:lnTo>
                      <a:pt x="29414" y="60654"/>
                    </a:lnTo>
                    <a:lnTo>
                      <a:pt x="29367" y="60701"/>
                    </a:lnTo>
                    <a:lnTo>
                      <a:pt x="29273" y="60794"/>
                    </a:lnTo>
                    <a:lnTo>
                      <a:pt x="28946" y="61122"/>
                    </a:lnTo>
                    <a:lnTo>
                      <a:pt x="28196" y="61872"/>
                    </a:lnTo>
                    <a:lnTo>
                      <a:pt x="25339" y="64729"/>
                    </a:lnTo>
                    <a:lnTo>
                      <a:pt x="19578" y="70490"/>
                    </a:lnTo>
                    <a:lnTo>
                      <a:pt x="18407" y="71660"/>
                    </a:lnTo>
                    <a:lnTo>
                      <a:pt x="17798" y="72223"/>
                    </a:lnTo>
                    <a:lnTo>
                      <a:pt x="17517" y="72550"/>
                    </a:lnTo>
                    <a:lnTo>
                      <a:pt x="328" y="72550"/>
                    </a:lnTo>
                    <a:lnTo>
                      <a:pt x="235" y="72504"/>
                    </a:lnTo>
                    <a:lnTo>
                      <a:pt x="141" y="72457"/>
                    </a:lnTo>
                    <a:lnTo>
                      <a:pt x="94" y="72457"/>
                    </a:lnTo>
                    <a:lnTo>
                      <a:pt x="47" y="72504"/>
                    </a:lnTo>
                    <a:lnTo>
                      <a:pt x="1" y="72597"/>
                    </a:lnTo>
                    <a:lnTo>
                      <a:pt x="1" y="72644"/>
                    </a:lnTo>
                    <a:lnTo>
                      <a:pt x="1" y="72738"/>
                    </a:lnTo>
                    <a:lnTo>
                      <a:pt x="47" y="72785"/>
                    </a:lnTo>
                    <a:lnTo>
                      <a:pt x="94" y="72831"/>
                    </a:lnTo>
                    <a:lnTo>
                      <a:pt x="141" y="72831"/>
                    </a:lnTo>
                    <a:lnTo>
                      <a:pt x="235" y="72785"/>
                    </a:lnTo>
                    <a:lnTo>
                      <a:pt x="328" y="72738"/>
                    </a:lnTo>
                    <a:lnTo>
                      <a:pt x="17564" y="72738"/>
                    </a:lnTo>
                    <a:lnTo>
                      <a:pt x="17611" y="72691"/>
                    </a:lnTo>
                    <a:lnTo>
                      <a:pt x="17658" y="72644"/>
                    </a:lnTo>
                    <a:lnTo>
                      <a:pt x="17939" y="72363"/>
                    </a:lnTo>
                    <a:lnTo>
                      <a:pt x="18548" y="71754"/>
                    </a:lnTo>
                    <a:lnTo>
                      <a:pt x="19719" y="70583"/>
                    </a:lnTo>
                    <a:lnTo>
                      <a:pt x="25433" y="64869"/>
                    </a:lnTo>
                    <a:lnTo>
                      <a:pt x="28337" y="61965"/>
                    </a:lnTo>
                    <a:lnTo>
                      <a:pt x="29039" y="61263"/>
                    </a:lnTo>
                    <a:lnTo>
                      <a:pt x="29414" y="60888"/>
                    </a:lnTo>
                    <a:lnTo>
                      <a:pt x="29508" y="60794"/>
                    </a:lnTo>
                    <a:lnTo>
                      <a:pt x="29554" y="60748"/>
                    </a:lnTo>
                    <a:lnTo>
                      <a:pt x="29601" y="60701"/>
                    </a:lnTo>
                    <a:lnTo>
                      <a:pt x="29601" y="60654"/>
                    </a:lnTo>
                    <a:lnTo>
                      <a:pt x="29601" y="60373"/>
                    </a:lnTo>
                    <a:lnTo>
                      <a:pt x="29601" y="58359"/>
                    </a:lnTo>
                    <a:lnTo>
                      <a:pt x="29601" y="375"/>
                    </a:lnTo>
                    <a:lnTo>
                      <a:pt x="29601" y="329"/>
                    </a:lnTo>
                    <a:lnTo>
                      <a:pt x="29648" y="282"/>
                    </a:lnTo>
                    <a:lnTo>
                      <a:pt x="29695" y="188"/>
                    </a:lnTo>
                    <a:lnTo>
                      <a:pt x="29648" y="94"/>
                    </a:lnTo>
                    <a:lnTo>
                      <a:pt x="29648" y="48"/>
                    </a:lnTo>
                    <a:lnTo>
                      <a:pt x="295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0A30CE7A-89BB-6748-20EC-D5916AFCEE9D}"/>
                  </a:ext>
                </a:extLst>
              </p:cNvPr>
              <p:cNvSpPr/>
              <p:nvPr/>
            </p:nvSpPr>
            <p:spPr>
              <a:xfrm>
                <a:off x="8388742" y="1265854"/>
                <a:ext cx="1172266" cy="855838"/>
              </a:xfrm>
              <a:custGeom>
                <a:avLst/>
                <a:gdLst/>
                <a:ahLst/>
                <a:cxnLst/>
                <a:rect l="l" t="t" r="r" b="b"/>
                <a:pathLst>
                  <a:path w="25855" h="18876" extrusionOk="0">
                    <a:moveTo>
                      <a:pt x="25667" y="1"/>
                    </a:moveTo>
                    <a:lnTo>
                      <a:pt x="25573" y="48"/>
                    </a:lnTo>
                    <a:lnTo>
                      <a:pt x="25527" y="48"/>
                    </a:lnTo>
                    <a:lnTo>
                      <a:pt x="25480" y="141"/>
                    </a:lnTo>
                    <a:lnTo>
                      <a:pt x="25480" y="188"/>
                    </a:lnTo>
                    <a:lnTo>
                      <a:pt x="25480" y="282"/>
                    </a:lnTo>
                    <a:lnTo>
                      <a:pt x="25573" y="375"/>
                    </a:lnTo>
                    <a:lnTo>
                      <a:pt x="25573" y="6651"/>
                    </a:lnTo>
                    <a:lnTo>
                      <a:pt x="25573" y="7635"/>
                    </a:lnTo>
                    <a:lnTo>
                      <a:pt x="25433" y="7776"/>
                    </a:lnTo>
                    <a:lnTo>
                      <a:pt x="25246" y="7963"/>
                    </a:lnTo>
                    <a:lnTo>
                      <a:pt x="24871" y="8338"/>
                    </a:lnTo>
                    <a:lnTo>
                      <a:pt x="23466" y="9743"/>
                    </a:lnTo>
                    <a:lnTo>
                      <a:pt x="20609" y="12600"/>
                    </a:lnTo>
                    <a:lnTo>
                      <a:pt x="14895" y="18314"/>
                    </a:lnTo>
                    <a:lnTo>
                      <a:pt x="14707" y="18501"/>
                    </a:lnTo>
                    <a:lnTo>
                      <a:pt x="14614" y="18595"/>
                    </a:lnTo>
                    <a:lnTo>
                      <a:pt x="328" y="18595"/>
                    </a:lnTo>
                    <a:lnTo>
                      <a:pt x="235" y="18548"/>
                    </a:lnTo>
                    <a:lnTo>
                      <a:pt x="141" y="18501"/>
                    </a:lnTo>
                    <a:lnTo>
                      <a:pt x="94" y="18548"/>
                    </a:lnTo>
                    <a:lnTo>
                      <a:pt x="47" y="18548"/>
                    </a:lnTo>
                    <a:lnTo>
                      <a:pt x="1" y="18642"/>
                    </a:lnTo>
                    <a:lnTo>
                      <a:pt x="1" y="18688"/>
                    </a:lnTo>
                    <a:lnTo>
                      <a:pt x="1" y="18782"/>
                    </a:lnTo>
                    <a:lnTo>
                      <a:pt x="47" y="18829"/>
                    </a:lnTo>
                    <a:lnTo>
                      <a:pt x="94" y="18876"/>
                    </a:lnTo>
                    <a:lnTo>
                      <a:pt x="141" y="18876"/>
                    </a:lnTo>
                    <a:lnTo>
                      <a:pt x="235" y="18829"/>
                    </a:lnTo>
                    <a:lnTo>
                      <a:pt x="328" y="18782"/>
                    </a:lnTo>
                    <a:lnTo>
                      <a:pt x="14660" y="18782"/>
                    </a:lnTo>
                    <a:lnTo>
                      <a:pt x="14707" y="18735"/>
                    </a:lnTo>
                    <a:lnTo>
                      <a:pt x="14754" y="18735"/>
                    </a:lnTo>
                    <a:lnTo>
                      <a:pt x="14848" y="18595"/>
                    </a:lnTo>
                    <a:lnTo>
                      <a:pt x="15035" y="18407"/>
                    </a:lnTo>
                    <a:lnTo>
                      <a:pt x="20749" y="12693"/>
                    </a:lnTo>
                    <a:lnTo>
                      <a:pt x="23606" y="9883"/>
                    </a:lnTo>
                    <a:lnTo>
                      <a:pt x="25011" y="8431"/>
                    </a:lnTo>
                    <a:lnTo>
                      <a:pt x="25386" y="8103"/>
                    </a:lnTo>
                    <a:lnTo>
                      <a:pt x="25527" y="7916"/>
                    </a:lnTo>
                    <a:lnTo>
                      <a:pt x="25620" y="7822"/>
                    </a:lnTo>
                    <a:lnTo>
                      <a:pt x="25667" y="7776"/>
                    </a:lnTo>
                    <a:lnTo>
                      <a:pt x="25714" y="7729"/>
                    </a:lnTo>
                    <a:lnTo>
                      <a:pt x="25761" y="7682"/>
                    </a:lnTo>
                    <a:lnTo>
                      <a:pt x="25761" y="6651"/>
                    </a:lnTo>
                    <a:lnTo>
                      <a:pt x="25761" y="375"/>
                    </a:lnTo>
                    <a:lnTo>
                      <a:pt x="25714" y="375"/>
                    </a:lnTo>
                    <a:lnTo>
                      <a:pt x="25808" y="282"/>
                    </a:lnTo>
                    <a:lnTo>
                      <a:pt x="25854" y="188"/>
                    </a:lnTo>
                    <a:lnTo>
                      <a:pt x="25808" y="141"/>
                    </a:lnTo>
                    <a:lnTo>
                      <a:pt x="25761" y="48"/>
                    </a:lnTo>
                    <a:lnTo>
                      <a:pt x="25714" y="48"/>
                    </a:lnTo>
                    <a:lnTo>
                      <a:pt x="2566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 name="Google Shape;661;p31">
              <a:extLst>
                <a:ext uri="{FF2B5EF4-FFF2-40B4-BE49-F238E27FC236}">
                  <a16:creationId xmlns:a16="http://schemas.microsoft.com/office/drawing/2014/main" id="{E0D6DE3C-835B-1C68-E3E6-641CDA84721E}"/>
                </a:ext>
              </a:extLst>
            </p:cNvPr>
            <p:cNvGrpSpPr/>
            <p:nvPr/>
          </p:nvGrpSpPr>
          <p:grpSpPr>
            <a:xfrm rot="10800000">
              <a:off x="1569356" y="4560162"/>
              <a:ext cx="286730" cy="1656452"/>
              <a:chOff x="7866335" y="-1031841"/>
              <a:chExt cx="286730" cy="1656452"/>
            </a:xfrm>
          </p:grpSpPr>
          <p:sp>
            <p:nvSpPr>
              <p:cNvPr id="662" name="Google Shape;662;p31">
                <a:extLst>
                  <a:ext uri="{FF2B5EF4-FFF2-40B4-BE49-F238E27FC236}">
                    <a16:creationId xmlns:a16="http://schemas.microsoft.com/office/drawing/2014/main" id="{DACD109C-3E73-278C-0172-1BEB017FD5C2}"/>
                  </a:ext>
                </a:extLst>
              </p:cNvPr>
              <p:cNvSpPr/>
              <p:nvPr/>
            </p:nvSpPr>
            <p:spPr>
              <a:xfrm>
                <a:off x="7953433" y="-1031841"/>
                <a:ext cx="199632" cy="1656452"/>
              </a:xfrm>
              <a:custGeom>
                <a:avLst/>
                <a:gdLst/>
                <a:ahLst/>
                <a:cxnLst/>
                <a:rect l="l" t="t" r="r" b="b"/>
                <a:pathLst>
                  <a:path w="4403" h="36534" extrusionOk="0">
                    <a:moveTo>
                      <a:pt x="4122" y="1"/>
                    </a:moveTo>
                    <a:lnTo>
                      <a:pt x="4075" y="48"/>
                    </a:lnTo>
                    <a:lnTo>
                      <a:pt x="4028" y="94"/>
                    </a:lnTo>
                    <a:lnTo>
                      <a:pt x="4028" y="188"/>
                    </a:lnTo>
                    <a:lnTo>
                      <a:pt x="4028" y="282"/>
                    </a:lnTo>
                    <a:lnTo>
                      <a:pt x="4122" y="329"/>
                    </a:lnTo>
                    <a:lnTo>
                      <a:pt x="4122" y="375"/>
                    </a:lnTo>
                    <a:lnTo>
                      <a:pt x="4122" y="12459"/>
                    </a:lnTo>
                    <a:lnTo>
                      <a:pt x="4122" y="19391"/>
                    </a:lnTo>
                    <a:lnTo>
                      <a:pt x="4122" y="22904"/>
                    </a:lnTo>
                    <a:lnTo>
                      <a:pt x="4122" y="24637"/>
                    </a:lnTo>
                    <a:lnTo>
                      <a:pt x="4122" y="25480"/>
                    </a:lnTo>
                    <a:lnTo>
                      <a:pt x="4122" y="25901"/>
                    </a:lnTo>
                    <a:lnTo>
                      <a:pt x="4075" y="25901"/>
                    </a:lnTo>
                    <a:lnTo>
                      <a:pt x="4075" y="25948"/>
                    </a:lnTo>
                    <a:lnTo>
                      <a:pt x="3981" y="26042"/>
                    </a:lnTo>
                    <a:lnTo>
                      <a:pt x="3841" y="26182"/>
                    </a:lnTo>
                    <a:lnTo>
                      <a:pt x="1874" y="28149"/>
                    </a:lnTo>
                    <a:lnTo>
                      <a:pt x="937" y="29086"/>
                    </a:lnTo>
                    <a:lnTo>
                      <a:pt x="422" y="29601"/>
                    </a:lnTo>
                    <a:lnTo>
                      <a:pt x="187" y="29836"/>
                    </a:lnTo>
                    <a:lnTo>
                      <a:pt x="141" y="29882"/>
                    </a:lnTo>
                    <a:lnTo>
                      <a:pt x="94" y="29929"/>
                    </a:lnTo>
                    <a:lnTo>
                      <a:pt x="94" y="30023"/>
                    </a:lnTo>
                    <a:lnTo>
                      <a:pt x="94" y="30210"/>
                    </a:lnTo>
                    <a:lnTo>
                      <a:pt x="94" y="36158"/>
                    </a:lnTo>
                    <a:lnTo>
                      <a:pt x="0" y="36252"/>
                    </a:lnTo>
                    <a:lnTo>
                      <a:pt x="0" y="36346"/>
                    </a:lnTo>
                    <a:lnTo>
                      <a:pt x="0" y="36393"/>
                    </a:lnTo>
                    <a:lnTo>
                      <a:pt x="47" y="36439"/>
                    </a:lnTo>
                    <a:lnTo>
                      <a:pt x="94" y="36486"/>
                    </a:lnTo>
                    <a:lnTo>
                      <a:pt x="141" y="36533"/>
                    </a:lnTo>
                    <a:lnTo>
                      <a:pt x="234" y="36486"/>
                    </a:lnTo>
                    <a:lnTo>
                      <a:pt x="281" y="36439"/>
                    </a:lnTo>
                    <a:lnTo>
                      <a:pt x="328" y="36393"/>
                    </a:lnTo>
                    <a:lnTo>
                      <a:pt x="328" y="36346"/>
                    </a:lnTo>
                    <a:lnTo>
                      <a:pt x="328" y="36252"/>
                    </a:lnTo>
                    <a:lnTo>
                      <a:pt x="234" y="36158"/>
                    </a:lnTo>
                    <a:lnTo>
                      <a:pt x="234" y="30210"/>
                    </a:lnTo>
                    <a:lnTo>
                      <a:pt x="234" y="30023"/>
                    </a:lnTo>
                    <a:lnTo>
                      <a:pt x="281" y="29976"/>
                    </a:lnTo>
                    <a:lnTo>
                      <a:pt x="328" y="29929"/>
                    </a:lnTo>
                    <a:lnTo>
                      <a:pt x="562" y="29695"/>
                    </a:lnTo>
                    <a:lnTo>
                      <a:pt x="1030" y="29227"/>
                    </a:lnTo>
                    <a:lnTo>
                      <a:pt x="2014" y="28243"/>
                    </a:lnTo>
                    <a:lnTo>
                      <a:pt x="3934" y="26323"/>
                    </a:lnTo>
                    <a:lnTo>
                      <a:pt x="4122" y="26135"/>
                    </a:lnTo>
                    <a:lnTo>
                      <a:pt x="4169" y="26089"/>
                    </a:lnTo>
                    <a:lnTo>
                      <a:pt x="4215" y="26042"/>
                    </a:lnTo>
                    <a:lnTo>
                      <a:pt x="4309" y="25948"/>
                    </a:lnTo>
                    <a:lnTo>
                      <a:pt x="4309" y="25480"/>
                    </a:lnTo>
                    <a:lnTo>
                      <a:pt x="4309" y="24637"/>
                    </a:lnTo>
                    <a:lnTo>
                      <a:pt x="4309" y="22904"/>
                    </a:lnTo>
                    <a:lnTo>
                      <a:pt x="4309" y="19391"/>
                    </a:lnTo>
                    <a:lnTo>
                      <a:pt x="4309" y="12459"/>
                    </a:lnTo>
                    <a:lnTo>
                      <a:pt x="4309" y="375"/>
                    </a:lnTo>
                    <a:lnTo>
                      <a:pt x="4262" y="329"/>
                    </a:lnTo>
                    <a:lnTo>
                      <a:pt x="4356" y="282"/>
                    </a:lnTo>
                    <a:lnTo>
                      <a:pt x="4403" y="188"/>
                    </a:lnTo>
                    <a:lnTo>
                      <a:pt x="4356" y="94"/>
                    </a:lnTo>
                    <a:lnTo>
                      <a:pt x="4309" y="48"/>
                    </a:lnTo>
                    <a:lnTo>
                      <a:pt x="4262"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B3A3E841-81BA-700B-0C0E-D63564700F8A}"/>
                  </a:ext>
                </a:extLst>
              </p:cNvPr>
              <p:cNvSpPr/>
              <p:nvPr/>
            </p:nvSpPr>
            <p:spPr>
              <a:xfrm>
                <a:off x="7866335" y="-1031841"/>
                <a:ext cx="199677" cy="1607575"/>
              </a:xfrm>
              <a:custGeom>
                <a:avLst/>
                <a:gdLst/>
                <a:ahLst/>
                <a:cxnLst/>
                <a:rect l="l" t="t" r="r" b="b"/>
                <a:pathLst>
                  <a:path w="4404" h="35456" extrusionOk="0">
                    <a:moveTo>
                      <a:pt x="4169" y="1"/>
                    </a:moveTo>
                    <a:lnTo>
                      <a:pt x="4122" y="48"/>
                    </a:lnTo>
                    <a:lnTo>
                      <a:pt x="4076" y="94"/>
                    </a:lnTo>
                    <a:lnTo>
                      <a:pt x="4076" y="188"/>
                    </a:lnTo>
                    <a:lnTo>
                      <a:pt x="4076" y="282"/>
                    </a:lnTo>
                    <a:lnTo>
                      <a:pt x="4169" y="329"/>
                    </a:lnTo>
                    <a:lnTo>
                      <a:pt x="4169" y="375"/>
                    </a:lnTo>
                    <a:lnTo>
                      <a:pt x="4169" y="11944"/>
                    </a:lnTo>
                    <a:lnTo>
                      <a:pt x="4169" y="18595"/>
                    </a:lnTo>
                    <a:lnTo>
                      <a:pt x="4169" y="21967"/>
                    </a:lnTo>
                    <a:lnTo>
                      <a:pt x="4169" y="23606"/>
                    </a:lnTo>
                    <a:lnTo>
                      <a:pt x="4169" y="24449"/>
                    </a:lnTo>
                    <a:lnTo>
                      <a:pt x="4169" y="24684"/>
                    </a:lnTo>
                    <a:lnTo>
                      <a:pt x="4169" y="24777"/>
                    </a:lnTo>
                    <a:lnTo>
                      <a:pt x="4169" y="24824"/>
                    </a:lnTo>
                    <a:lnTo>
                      <a:pt x="4122" y="24824"/>
                    </a:lnTo>
                    <a:lnTo>
                      <a:pt x="3888" y="25105"/>
                    </a:lnTo>
                    <a:lnTo>
                      <a:pt x="1921" y="27072"/>
                    </a:lnTo>
                    <a:lnTo>
                      <a:pt x="938" y="28009"/>
                    </a:lnTo>
                    <a:lnTo>
                      <a:pt x="469" y="28524"/>
                    </a:lnTo>
                    <a:lnTo>
                      <a:pt x="235" y="28758"/>
                    </a:lnTo>
                    <a:lnTo>
                      <a:pt x="141" y="28805"/>
                    </a:lnTo>
                    <a:lnTo>
                      <a:pt x="94" y="28852"/>
                    </a:lnTo>
                    <a:lnTo>
                      <a:pt x="94" y="28946"/>
                    </a:lnTo>
                    <a:lnTo>
                      <a:pt x="94" y="29133"/>
                    </a:lnTo>
                    <a:lnTo>
                      <a:pt x="94" y="35081"/>
                    </a:lnTo>
                    <a:lnTo>
                      <a:pt x="48" y="35175"/>
                    </a:lnTo>
                    <a:lnTo>
                      <a:pt x="1" y="35269"/>
                    </a:lnTo>
                    <a:lnTo>
                      <a:pt x="48" y="35315"/>
                    </a:lnTo>
                    <a:lnTo>
                      <a:pt x="48" y="35362"/>
                    </a:lnTo>
                    <a:lnTo>
                      <a:pt x="141" y="35409"/>
                    </a:lnTo>
                    <a:lnTo>
                      <a:pt x="188" y="35456"/>
                    </a:lnTo>
                    <a:lnTo>
                      <a:pt x="282" y="35409"/>
                    </a:lnTo>
                    <a:lnTo>
                      <a:pt x="329" y="35362"/>
                    </a:lnTo>
                    <a:lnTo>
                      <a:pt x="375" y="35315"/>
                    </a:lnTo>
                    <a:lnTo>
                      <a:pt x="375" y="35269"/>
                    </a:lnTo>
                    <a:lnTo>
                      <a:pt x="329" y="35175"/>
                    </a:lnTo>
                    <a:lnTo>
                      <a:pt x="282" y="35081"/>
                    </a:lnTo>
                    <a:lnTo>
                      <a:pt x="282" y="29133"/>
                    </a:lnTo>
                    <a:lnTo>
                      <a:pt x="282" y="28946"/>
                    </a:lnTo>
                    <a:lnTo>
                      <a:pt x="282" y="28899"/>
                    </a:lnTo>
                    <a:lnTo>
                      <a:pt x="329" y="28852"/>
                    </a:lnTo>
                    <a:lnTo>
                      <a:pt x="610" y="28618"/>
                    </a:lnTo>
                    <a:lnTo>
                      <a:pt x="1078" y="28149"/>
                    </a:lnTo>
                    <a:lnTo>
                      <a:pt x="2062" y="27166"/>
                    </a:lnTo>
                    <a:lnTo>
                      <a:pt x="3982" y="25246"/>
                    </a:lnTo>
                    <a:lnTo>
                      <a:pt x="4310" y="24918"/>
                    </a:lnTo>
                    <a:lnTo>
                      <a:pt x="4310" y="24871"/>
                    </a:lnTo>
                    <a:lnTo>
                      <a:pt x="4310" y="24824"/>
                    </a:lnTo>
                    <a:lnTo>
                      <a:pt x="4310" y="24777"/>
                    </a:lnTo>
                    <a:lnTo>
                      <a:pt x="4310" y="24684"/>
                    </a:lnTo>
                    <a:lnTo>
                      <a:pt x="4310" y="24449"/>
                    </a:lnTo>
                    <a:lnTo>
                      <a:pt x="4310" y="23606"/>
                    </a:lnTo>
                    <a:lnTo>
                      <a:pt x="4310" y="21967"/>
                    </a:lnTo>
                    <a:lnTo>
                      <a:pt x="4310" y="18595"/>
                    </a:lnTo>
                    <a:lnTo>
                      <a:pt x="4310" y="11944"/>
                    </a:lnTo>
                    <a:lnTo>
                      <a:pt x="4310" y="375"/>
                    </a:lnTo>
                    <a:lnTo>
                      <a:pt x="4310" y="329"/>
                    </a:lnTo>
                    <a:lnTo>
                      <a:pt x="4403" y="282"/>
                    </a:lnTo>
                    <a:lnTo>
                      <a:pt x="4403" y="188"/>
                    </a:lnTo>
                    <a:lnTo>
                      <a:pt x="4403" y="94"/>
                    </a:lnTo>
                    <a:lnTo>
                      <a:pt x="4357" y="48"/>
                    </a:lnTo>
                    <a:lnTo>
                      <a:pt x="43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1">
              <a:extLst>
                <a:ext uri="{FF2B5EF4-FFF2-40B4-BE49-F238E27FC236}">
                  <a16:creationId xmlns:a16="http://schemas.microsoft.com/office/drawing/2014/main" id="{A08AA626-DA24-DBF3-FA04-6DCEB0862038}"/>
                </a:ext>
              </a:extLst>
            </p:cNvPr>
            <p:cNvGrpSpPr/>
            <p:nvPr/>
          </p:nvGrpSpPr>
          <p:grpSpPr>
            <a:xfrm rot="10800000">
              <a:off x="350436" y="3311544"/>
              <a:ext cx="983243" cy="2548289"/>
              <a:chOff x="8388742" y="-675060"/>
              <a:chExt cx="983243" cy="2548289"/>
            </a:xfrm>
          </p:grpSpPr>
          <p:sp>
            <p:nvSpPr>
              <p:cNvPr id="665" name="Google Shape;665;p31">
                <a:extLst>
                  <a:ext uri="{FF2B5EF4-FFF2-40B4-BE49-F238E27FC236}">
                    <a16:creationId xmlns:a16="http://schemas.microsoft.com/office/drawing/2014/main" id="{E208ACB0-2BCE-B16F-5160-54D88360E570}"/>
                  </a:ext>
                </a:extLst>
              </p:cNvPr>
              <p:cNvSpPr/>
              <p:nvPr/>
            </p:nvSpPr>
            <p:spPr>
              <a:xfrm>
                <a:off x="8388742" y="-675060"/>
                <a:ext cx="983243" cy="2548289"/>
              </a:xfrm>
              <a:custGeom>
                <a:avLst/>
                <a:gdLst/>
                <a:ahLst/>
                <a:cxnLst/>
                <a:rect l="l" t="t" r="r" b="b"/>
                <a:pathLst>
                  <a:path w="21686" h="56204" extrusionOk="0">
                    <a:moveTo>
                      <a:pt x="21405" y="0"/>
                    </a:moveTo>
                    <a:lnTo>
                      <a:pt x="21358" y="47"/>
                    </a:lnTo>
                    <a:lnTo>
                      <a:pt x="21311" y="94"/>
                    </a:lnTo>
                    <a:lnTo>
                      <a:pt x="21311" y="188"/>
                    </a:lnTo>
                    <a:lnTo>
                      <a:pt x="21358" y="281"/>
                    </a:lnTo>
                    <a:lnTo>
                      <a:pt x="21405" y="328"/>
                    </a:lnTo>
                    <a:lnTo>
                      <a:pt x="21405" y="375"/>
                    </a:lnTo>
                    <a:lnTo>
                      <a:pt x="21405" y="46228"/>
                    </a:lnTo>
                    <a:lnTo>
                      <a:pt x="21405" y="47024"/>
                    </a:lnTo>
                    <a:lnTo>
                      <a:pt x="21358" y="47071"/>
                    </a:lnTo>
                    <a:lnTo>
                      <a:pt x="21311" y="47118"/>
                    </a:lnTo>
                    <a:lnTo>
                      <a:pt x="21171" y="47258"/>
                    </a:lnTo>
                    <a:lnTo>
                      <a:pt x="20843" y="47539"/>
                    </a:lnTo>
                    <a:lnTo>
                      <a:pt x="19719" y="48710"/>
                    </a:lnTo>
                    <a:lnTo>
                      <a:pt x="17377" y="51052"/>
                    </a:lnTo>
                    <a:lnTo>
                      <a:pt x="12740" y="55689"/>
                    </a:lnTo>
                    <a:lnTo>
                      <a:pt x="12553" y="55876"/>
                    </a:lnTo>
                    <a:lnTo>
                      <a:pt x="12506" y="55923"/>
                    </a:lnTo>
                    <a:lnTo>
                      <a:pt x="328" y="55923"/>
                    </a:lnTo>
                    <a:lnTo>
                      <a:pt x="328" y="55970"/>
                    </a:lnTo>
                    <a:lnTo>
                      <a:pt x="235" y="55876"/>
                    </a:lnTo>
                    <a:lnTo>
                      <a:pt x="141" y="55829"/>
                    </a:lnTo>
                    <a:lnTo>
                      <a:pt x="94" y="55876"/>
                    </a:lnTo>
                    <a:lnTo>
                      <a:pt x="47" y="55923"/>
                    </a:lnTo>
                    <a:lnTo>
                      <a:pt x="1" y="55970"/>
                    </a:lnTo>
                    <a:lnTo>
                      <a:pt x="1" y="56017"/>
                    </a:lnTo>
                    <a:lnTo>
                      <a:pt x="1" y="56110"/>
                    </a:lnTo>
                    <a:lnTo>
                      <a:pt x="47" y="56157"/>
                    </a:lnTo>
                    <a:lnTo>
                      <a:pt x="94" y="56204"/>
                    </a:lnTo>
                    <a:lnTo>
                      <a:pt x="235" y="56204"/>
                    </a:lnTo>
                    <a:lnTo>
                      <a:pt x="328" y="56110"/>
                    </a:lnTo>
                    <a:lnTo>
                      <a:pt x="12553" y="56110"/>
                    </a:lnTo>
                    <a:lnTo>
                      <a:pt x="12600" y="56063"/>
                    </a:lnTo>
                    <a:lnTo>
                      <a:pt x="12646" y="56017"/>
                    </a:lnTo>
                    <a:lnTo>
                      <a:pt x="12881" y="55782"/>
                    </a:lnTo>
                    <a:lnTo>
                      <a:pt x="17517" y="51146"/>
                    </a:lnTo>
                    <a:lnTo>
                      <a:pt x="19812" y="48851"/>
                    </a:lnTo>
                    <a:lnTo>
                      <a:pt x="20983" y="47680"/>
                    </a:lnTo>
                    <a:lnTo>
                      <a:pt x="21264" y="47399"/>
                    </a:lnTo>
                    <a:lnTo>
                      <a:pt x="21405" y="47258"/>
                    </a:lnTo>
                    <a:lnTo>
                      <a:pt x="21499" y="47165"/>
                    </a:lnTo>
                    <a:lnTo>
                      <a:pt x="21545" y="47118"/>
                    </a:lnTo>
                    <a:lnTo>
                      <a:pt x="21592" y="47071"/>
                    </a:lnTo>
                    <a:lnTo>
                      <a:pt x="21592" y="46228"/>
                    </a:lnTo>
                    <a:lnTo>
                      <a:pt x="21592" y="375"/>
                    </a:lnTo>
                    <a:lnTo>
                      <a:pt x="21592" y="328"/>
                    </a:lnTo>
                    <a:lnTo>
                      <a:pt x="21639" y="281"/>
                    </a:lnTo>
                    <a:lnTo>
                      <a:pt x="21686" y="188"/>
                    </a:lnTo>
                    <a:lnTo>
                      <a:pt x="21639" y="94"/>
                    </a:lnTo>
                    <a:lnTo>
                      <a:pt x="21639" y="47"/>
                    </a:lnTo>
                    <a:lnTo>
                      <a:pt x="215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3E16508D-F68D-1E55-D602-CF7D126EBE3F}"/>
                  </a:ext>
                </a:extLst>
              </p:cNvPr>
              <p:cNvSpPr/>
              <p:nvPr/>
            </p:nvSpPr>
            <p:spPr>
              <a:xfrm>
                <a:off x="8388742" y="83024"/>
                <a:ext cx="915324" cy="1715892"/>
              </a:xfrm>
              <a:custGeom>
                <a:avLst/>
                <a:gdLst/>
                <a:ahLst/>
                <a:cxnLst/>
                <a:rect l="l" t="t" r="r" b="b"/>
                <a:pathLst>
                  <a:path w="20188" h="37845" extrusionOk="0">
                    <a:moveTo>
                      <a:pt x="19906" y="1"/>
                    </a:moveTo>
                    <a:lnTo>
                      <a:pt x="19859" y="48"/>
                    </a:lnTo>
                    <a:lnTo>
                      <a:pt x="19812" y="95"/>
                    </a:lnTo>
                    <a:lnTo>
                      <a:pt x="19812" y="188"/>
                    </a:lnTo>
                    <a:lnTo>
                      <a:pt x="19812" y="282"/>
                    </a:lnTo>
                    <a:lnTo>
                      <a:pt x="19906" y="329"/>
                    </a:lnTo>
                    <a:lnTo>
                      <a:pt x="19906" y="376"/>
                    </a:lnTo>
                    <a:lnTo>
                      <a:pt x="19906" y="28805"/>
                    </a:lnTo>
                    <a:lnTo>
                      <a:pt x="19906" y="29555"/>
                    </a:lnTo>
                    <a:lnTo>
                      <a:pt x="19859" y="29601"/>
                    </a:lnTo>
                    <a:lnTo>
                      <a:pt x="19812" y="29648"/>
                    </a:lnTo>
                    <a:lnTo>
                      <a:pt x="19672" y="29789"/>
                    </a:lnTo>
                    <a:lnTo>
                      <a:pt x="19438" y="30023"/>
                    </a:lnTo>
                    <a:lnTo>
                      <a:pt x="18361" y="31053"/>
                    </a:lnTo>
                    <a:lnTo>
                      <a:pt x="16300" y="33161"/>
                    </a:lnTo>
                    <a:lnTo>
                      <a:pt x="12084" y="37376"/>
                    </a:lnTo>
                    <a:lnTo>
                      <a:pt x="11944" y="37517"/>
                    </a:lnTo>
                    <a:lnTo>
                      <a:pt x="11897" y="37564"/>
                    </a:lnTo>
                    <a:lnTo>
                      <a:pt x="11850" y="37610"/>
                    </a:lnTo>
                    <a:lnTo>
                      <a:pt x="328" y="37610"/>
                    </a:lnTo>
                    <a:lnTo>
                      <a:pt x="235" y="37517"/>
                    </a:lnTo>
                    <a:lnTo>
                      <a:pt x="94" y="37517"/>
                    </a:lnTo>
                    <a:lnTo>
                      <a:pt x="47" y="37564"/>
                    </a:lnTo>
                    <a:lnTo>
                      <a:pt x="1" y="37610"/>
                    </a:lnTo>
                    <a:lnTo>
                      <a:pt x="1" y="37704"/>
                    </a:lnTo>
                    <a:lnTo>
                      <a:pt x="1" y="37751"/>
                    </a:lnTo>
                    <a:lnTo>
                      <a:pt x="47" y="37798"/>
                    </a:lnTo>
                    <a:lnTo>
                      <a:pt x="94" y="37845"/>
                    </a:lnTo>
                    <a:lnTo>
                      <a:pt x="235" y="37845"/>
                    </a:lnTo>
                    <a:lnTo>
                      <a:pt x="328" y="37751"/>
                    </a:lnTo>
                    <a:lnTo>
                      <a:pt x="11944" y="37751"/>
                    </a:lnTo>
                    <a:lnTo>
                      <a:pt x="11991" y="37704"/>
                    </a:lnTo>
                    <a:lnTo>
                      <a:pt x="12038" y="37657"/>
                    </a:lnTo>
                    <a:lnTo>
                      <a:pt x="12225" y="37470"/>
                    </a:lnTo>
                    <a:lnTo>
                      <a:pt x="16393" y="33302"/>
                    </a:lnTo>
                    <a:lnTo>
                      <a:pt x="18501" y="31194"/>
                    </a:lnTo>
                    <a:lnTo>
                      <a:pt x="19531" y="30163"/>
                    </a:lnTo>
                    <a:lnTo>
                      <a:pt x="19812" y="29882"/>
                    </a:lnTo>
                    <a:lnTo>
                      <a:pt x="19953" y="29742"/>
                    </a:lnTo>
                    <a:lnTo>
                      <a:pt x="20000" y="29695"/>
                    </a:lnTo>
                    <a:lnTo>
                      <a:pt x="20047" y="29648"/>
                    </a:lnTo>
                    <a:lnTo>
                      <a:pt x="20093" y="29555"/>
                    </a:lnTo>
                    <a:lnTo>
                      <a:pt x="20093" y="28805"/>
                    </a:lnTo>
                    <a:lnTo>
                      <a:pt x="20093" y="376"/>
                    </a:lnTo>
                    <a:lnTo>
                      <a:pt x="20047" y="329"/>
                    </a:lnTo>
                    <a:lnTo>
                      <a:pt x="20140" y="282"/>
                    </a:lnTo>
                    <a:lnTo>
                      <a:pt x="20187" y="188"/>
                    </a:lnTo>
                    <a:lnTo>
                      <a:pt x="20140" y="95"/>
                    </a:lnTo>
                    <a:lnTo>
                      <a:pt x="20093" y="48"/>
                    </a:lnTo>
                    <a:lnTo>
                      <a:pt x="2004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A52AD07C-FE79-7292-5C12-4D7A22EE2A8D}"/>
                  </a:ext>
                </a:extLst>
              </p:cNvPr>
              <p:cNvSpPr/>
              <p:nvPr/>
            </p:nvSpPr>
            <p:spPr>
              <a:xfrm>
                <a:off x="8388742" y="839023"/>
                <a:ext cx="843097" cy="883450"/>
              </a:xfrm>
              <a:custGeom>
                <a:avLst/>
                <a:gdLst/>
                <a:ahLst/>
                <a:cxnLst/>
                <a:rect l="l" t="t" r="r" b="b"/>
                <a:pathLst>
                  <a:path w="18595" h="19485" extrusionOk="0">
                    <a:moveTo>
                      <a:pt x="18314" y="1"/>
                    </a:moveTo>
                    <a:lnTo>
                      <a:pt x="18267" y="47"/>
                    </a:lnTo>
                    <a:lnTo>
                      <a:pt x="18220" y="94"/>
                    </a:lnTo>
                    <a:lnTo>
                      <a:pt x="18220" y="188"/>
                    </a:lnTo>
                    <a:lnTo>
                      <a:pt x="18267" y="282"/>
                    </a:lnTo>
                    <a:lnTo>
                      <a:pt x="18314" y="328"/>
                    </a:lnTo>
                    <a:lnTo>
                      <a:pt x="18314" y="375"/>
                    </a:lnTo>
                    <a:lnTo>
                      <a:pt x="18314" y="11616"/>
                    </a:lnTo>
                    <a:lnTo>
                      <a:pt x="18314" y="12225"/>
                    </a:lnTo>
                    <a:lnTo>
                      <a:pt x="18314" y="12272"/>
                    </a:lnTo>
                    <a:lnTo>
                      <a:pt x="18267" y="12319"/>
                    </a:lnTo>
                    <a:lnTo>
                      <a:pt x="18173" y="12412"/>
                    </a:lnTo>
                    <a:lnTo>
                      <a:pt x="17939" y="12646"/>
                    </a:lnTo>
                    <a:lnTo>
                      <a:pt x="17049" y="13536"/>
                    </a:lnTo>
                    <a:lnTo>
                      <a:pt x="15222" y="15363"/>
                    </a:lnTo>
                    <a:lnTo>
                      <a:pt x="11616" y="18969"/>
                    </a:lnTo>
                    <a:lnTo>
                      <a:pt x="11429" y="19157"/>
                    </a:lnTo>
                    <a:lnTo>
                      <a:pt x="11382" y="19204"/>
                    </a:lnTo>
                    <a:lnTo>
                      <a:pt x="328" y="19204"/>
                    </a:lnTo>
                    <a:lnTo>
                      <a:pt x="328" y="19250"/>
                    </a:lnTo>
                    <a:lnTo>
                      <a:pt x="235" y="19157"/>
                    </a:lnTo>
                    <a:lnTo>
                      <a:pt x="141" y="19110"/>
                    </a:lnTo>
                    <a:lnTo>
                      <a:pt x="94" y="19157"/>
                    </a:lnTo>
                    <a:lnTo>
                      <a:pt x="47" y="19204"/>
                    </a:lnTo>
                    <a:lnTo>
                      <a:pt x="1" y="19250"/>
                    </a:lnTo>
                    <a:lnTo>
                      <a:pt x="1" y="19297"/>
                    </a:lnTo>
                    <a:lnTo>
                      <a:pt x="1" y="19391"/>
                    </a:lnTo>
                    <a:lnTo>
                      <a:pt x="47" y="19438"/>
                    </a:lnTo>
                    <a:lnTo>
                      <a:pt x="94" y="19485"/>
                    </a:lnTo>
                    <a:lnTo>
                      <a:pt x="235" y="19485"/>
                    </a:lnTo>
                    <a:lnTo>
                      <a:pt x="328" y="19391"/>
                    </a:lnTo>
                    <a:lnTo>
                      <a:pt x="11429" y="19391"/>
                    </a:lnTo>
                    <a:lnTo>
                      <a:pt x="11476" y="19344"/>
                    </a:lnTo>
                    <a:lnTo>
                      <a:pt x="11569" y="19250"/>
                    </a:lnTo>
                    <a:lnTo>
                      <a:pt x="11710" y="19110"/>
                    </a:lnTo>
                    <a:lnTo>
                      <a:pt x="15316" y="15503"/>
                    </a:lnTo>
                    <a:lnTo>
                      <a:pt x="17143" y="13677"/>
                    </a:lnTo>
                    <a:lnTo>
                      <a:pt x="18080" y="12787"/>
                    </a:lnTo>
                    <a:lnTo>
                      <a:pt x="18267" y="12553"/>
                    </a:lnTo>
                    <a:lnTo>
                      <a:pt x="18407" y="12412"/>
                    </a:lnTo>
                    <a:lnTo>
                      <a:pt x="18454" y="12365"/>
                    </a:lnTo>
                    <a:lnTo>
                      <a:pt x="18501" y="12319"/>
                    </a:lnTo>
                    <a:lnTo>
                      <a:pt x="18501" y="12225"/>
                    </a:lnTo>
                    <a:lnTo>
                      <a:pt x="18501" y="11616"/>
                    </a:lnTo>
                    <a:lnTo>
                      <a:pt x="18501" y="375"/>
                    </a:lnTo>
                    <a:lnTo>
                      <a:pt x="18501" y="328"/>
                    </a:lnTo>
                    <a:lnTo>
                      <a:pt x="18548" y="282"/>
                    </a:lnTo>
                    <a:lnTo>
                      <a:pt x="18595" y="188"/>
                    </a:lnTo>
                    <a:lnTo>
                      <a:pt x="18548" y="94"/>
                    </a:lnTo>
                    <a:lnTo>
                      <a:pt x="18548" y="47"/>
                    </a:lnTo>
                    <a:lnTo>
                      <a:pt x="18454"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8" name="Google Shape;668;p31">
              <a:extLst>
                <a:ext uri="{FF2B5EF4-FFF2-40B4-BE49-F238E27FC236}">
                  <a16:creationId xmlns:a16="http://schemas.microsoft.com/office/drawing/2014/main" id="{932EE1C1-63AD-2842-3F2E-84BDC2FD6440}"/>
                </a:ext>
              </a:extLst>
            </p:cNvPr>
            <p:cNvSpPr/>
            <p:nvPr/>
          </p:nvSpPr>
          <p:spPr>
            <a:xfrm rot="10800000">
              <a:off x="705040" y="3634319"/>
              <a:ext cx="628639" cy="2548289"/>
            </a:xfrm>
            <a:custGeom>
              <a:avLst/>
              <a:gdLst/>
              <a:ahLst/>
              <a:cxnLst/>
              <a:rect l="l" t="t" r="r" b="b"/>
              <a:pathLst>
                <a:path w="13865" h="56204" extrusionOk="0">
                  <a:moveTo>
                    <a:pt x="13677" y="0"/>
                  </a:moveTo>
                  <a:lnTo>
                    <a:pt x="13583" y="47"/>
                  </a:lnTo>
                  <a:lnTo>
                    <a:pt x="13536" y="94"/>
                  </a:lnTo>
                  <a:lnTo>
                    <a:pt x="13490" y="141"/>
                  </a:lnTo>
                  <a:lnTo>
                    <a:pt x="13490" y="187"/>
                  </a:lnTo>
                  <a:lnTo>
                    <a:pt x="13536" y="281"/>
                  </a:lnTo>
                  <a:lnTo>
                    <a:pt x="13583" y="375"/>
                  </a:lnTo>
                  <a:lnTo>
                    <a:pt x="13583" y="49459"/>
                  </a:lnTo>
                  <a:lnTo>
                    <a:pt x="13583" y="49740"/>
                  </a:lnTo>
                  <a:lnTo>
                    <a:pt x="13583" y="49881"/>
                  </a:lnTo>
                  <a:lnTo>
                    <a:pt x="13583" y="49928"/>
                  </a:lnTo>
                  <a:lnTo>
                    <a:pt x="13583" y="49975"/>
                  </a:lnTo>
                  <a:lnTo>
                    <a:pt x="13209" y="50349"/>
                  </a:lnTo>
                  <a:lnTo>
                    <a:pt x="12412" y="51099"/>
                  </a:lnTo>
                  <a:lnTo>
                    <a:pt x="10867" y="52691"/>
                  </a:lnTo>
                  <a:lnTo>
                    <a:pt x="7729" y="55782"/>
                  </a:lnTo>
                  <a:lnTo>
                    <a:pt x="7588" y="55923"/>
                  </a:lnTo>
                  <a:lnTo>
                    <a:pt x="328" y="55923"/>
                  </a:lnTo>
                  <a:lnTo>
                    <a:pt x="328" y="55970"/>
                  </a:lnTo>
                  <a:lnTo>
                    <a:pt x="235" y="55876"/>
                  </a:lnTo>
                  <a:lnTo>
                    <a:pt x="141" y="55829"/>
                  </a:lnTo>
                  <a:lnTo>
                    <a:pt x="94" y="55876"/>
                  </a:lnTo>
                  <a:lnTo>
                    <a:pt x="47" y="55923"/>
                  </a:lnTo>
                  <a:lnTo>
                    <a:pt x="1" y="55970"/>
                  </a:lnTo>
                  <a:lnTo>
                    <a:pt x="1" y="56016"/>
                  </a:lnTo>
                  <a:lnTo>
                    <a:pt x="1" y="56110"/>
                  </a:lnTo>
                  <a:lnTo>
                    <a:pt x="47" y="56157"/>
                  </a:lnTo>
                  <a:lnTo>
                    <a:pt x="94" y="56204"/>
                  </a:lnTo>
                  <a:lnTo>
                    <a:pt x="235" y="56204"/>
                  </a:lnTo>
                  <a:lnTo>
                    <a:pt x="328" y="56110"/>
                  </a:lnTo>
                  <a:lnTo>
                    <a:pt x="7682" y="56110"/>
                  </a:lnTo>
                  <a:lnTo>
                    <a:pt x="7869" y="55923"/>
                  </a:lnTo>
                  <a:lnTo>
                    <a:pt x="11007" y="52785"/>
                  </a:lnTo>
                  <a:lnTo>
                    <a:pt x="12553" y="51239"/>
                  </a:lnTo>
                  <a:lnTo>
                    <a:pt x="13302" y="50443"/>
                  </a:lnTo>
                  <a:lnTo>
                    <a:pt x="13724" y="50068"/>
                  </a:lnTo>
                  <a:lnTo>
                    <a:pt x="13771" y="50021"/>
                  </a:lnTo>
                  <a:lnTo>
                    <a:pt x="13771" y="49975"/>
                  </a:lnTo>
                  <a:lnTo>
                    <a:pt x="13771" y="49881"/>
                  </a:lnTo>
                  <a:lnTo>
                    <a:pt x="13771" y="49740"/>
                  </a:lnTo>
                  <a:lnTo>
                    <a:pt x="13771" y="49459"/>
                  </a:lnTo>
                  <a:lnTo>
                    <a:pt x="13771" y="375"/>
                  </a:lnTo>
                  <a:lnTo>
                    <a:pt x="13817" y="281"/>
                  </a:lnTo>
                  <a:lnTo>
                    <a:pt x="13864" y="187"/>
                  </a:lnTo>
                  <a:lnTo>
                    <a:pt x="13817" y="141"/>
                  </a:lnTo>
                  <a:lnTo>
                    <a:pt x="13817" y="94"/>
                  </a:lnTo>
                  <a:lnTo>
                    <a:pt x="13724" y="47"/>
                  </a:lnTo>
                  <a:lnTo>
                    <a:pt x="1367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 name="Google Shape;669;p31">
            <a:extLst>
              <a:ext uri="{FF2B5EF4-FFF2-40B4-BE49-F238E27FC236}">
                <a16:creationId xmlns:a16="http://schemas.microsoft.com/office/drawing/2014/main" id="{40D711E2-D110-9621-435A-D9B3A800B8B4}"/>
              </a:ext>
            </a:extLst>
          </p:cNvPr>
          <p:cNvGrpSpPr/>
          <p:nvPr/>
        </p:nvGrpSpPr>
        <p:grpSpPr>
          <a:xfrm rot="10800000">
            <a:off x="4399582" y="5014605"/>
            <a:ext cx="2871110" cy="1244447"/>
            <a:chOff x="2451729" y="-1074279"/>
            <a:chExt cx="2871110" cy="1244447"/>
          </a:xfrm>
        </p:grpSpPr>
        <p:sp>
          <p:nvSpPr>
            <p:cNvPr id="670" name="Google Shape;670;p31">
              <a:extLst>
                <a:ext uri="{FF2B5EF4-FFF2-40B4-BE49-F238E27FC236}">
                  <a16:creationId xmlns:a16="http://schemas.microsoft.com/office/drawing/2014/main" id="{797E4A1C-8811-05CD-EDE8-CA35B7A0FBD7}"/>
                </a:ext>
              </a:extLst>
            </p:cNvPr>
            <p:cNvSpPr/>
            <p:nvPr/>
          </p:nvSpPr>
          <p:spPr>
            <a:xfrm>
              <a:off x="2451729" y="-1074279"/>
              <a:ext cx="2871110" cy="1244447"/>
            </a:xfrm>
            <a:custGeom>
              <a:avLst/>
              <a:gdLst/>
              <a:ahLst/>
              <a:cxnLst/>
              <a:rect l="l" t="t" r="r" b="b"/>
              <a:pathLst>
                <a:path w="63324" h="27447" extrusionOk="0">
                  <a:moveTo>
                    <a:pt x="94" y="0"/>
                  </a:moveTo>
                  <a:lnTo>
                    <a:pt x="48" y="47"/>
                  </a:lnTo>
                  <a:lnTo>
                    <a:pt x="1" y="94"/>
                  </a:lnTo>
                  <a:lnTo>
                    <a:pt x="1" y="141"/>
                  </a:lnTo>
                  <a:lnTo>
                    <a:pt x="1" y="281"/>
                  </a:lnTo>
                  <a:lnTo>
                    <a:pt x="94" y="328"/>
                  </a:lnTo>
                  <a:lnTo>
                    <a:pt x="94" y="15550"/>
                  </a:lnTo>
                  <a:lnTo>
                    <a:pt x="94" y="17283"/>
                  </a:lnTo>
                  <a:lnTo>
                    <a:pt x="94" y="17704"/>
                  </a:lnTo>
                  <a:lnTo>
                    <a:pt x="94" y="17845"/>
                  </a:lnTo>
                  <a:lnTo>
                    <a:pt x="94" y="17892"/>
                  </a:lnTo>
                  <a:lnTo>
                    <a:pt x="188" y="17985"/>
                  </a:lnTo>
                  <a:lnTo>
                    <a:pt x="329" y="18126"/>
                  </a:lnTo>
                  <a:lnTo>
                    <a:pt x="937" y="18735"/>
                  </a:lnTo>
                  <a:lnTo>
                    <a:pt x="3373" y="21170"/>
                  </a:lnTo>
                  <a:lnTo>
                    <a:pt x="8244" y="26041"/>
                  </a:lnTo>
                  <a:lnTo>
                    <a:pt x="8947" y="26744"/>
                  </a:lnTo>
                  <a:lnTo>
                    <a:pt x="9274" y="27071"/>
                  </a:lnTo>
                  <a:lnTo>
                    <a:pt x="9462" y="27259"/>
                  </a:lnTo>
                  <a:lnTo>
                    <a:pt x="9509" y="27306"/>
                  </a:lnTo>
                  <a:lnTo>
                    <a:pt x="9555" y="27352"/>
                  </a:lnTo>
                  <a:lnTo>
                    <a:pt x="62949" y="27352"/>
                  </a:lnTo>
                  <a:lnTo>
                    <a:pt x="63043" y="27446"/>
                  </a:lnTo>
                  <a:lnTo>
                    <a:pt x="63183" y="27446"/>
                  </a:lnTo>
                  <a:lnTo>
                    <a:pt x="63230" y="27399"/>
                  </a:lnTo>
                  <a:lnTo>
                    <a:pt x="63277" y="27352"/>
                  </a:lnTo>
                  <a:lnTo>
                    <a:pt x="63324" y="27306"/>
                  </a:lnTo>
                  <a:lnTo>
                    <a:pt x="63277" y="27212"/>
                  </a:lnTo>
                  <a:lnTo>
                    <a:pt x="63230" y="27165"/>
                  </a:lnTo>
                  <a:lnTo>
                    <a:pt x="63183" y="27118"/>
                  </a:lnTo>
                  <a:lnTo>
                    <a:pt x="63043" y="27118"/>
                  </a:lnTo>
                  <a:lnTo>
                    <a:pt x="62949" y="27212"/>
                  </a:lnTo>
                  <a:lnTo>
                    <a:pt x="9649" y="27212"/>
                  </a:lnTo>
                  <a:lnTo>
                    <a:pt x="9602" y="27165"/>
                  </a:lnTo>
                  <a:lnTo>
                    <a:pt x="9415" y="26978"/>
                  </a:lnTo>
                  <a:lnTo>
                    <a:pt x="9087" y="26603"/>
                  </a:lnTo>
                  <a:lnTo>
                    <a:pt x="8384" y="25947"/>
                  </a:lnTo>
                  <a:lnTo>
                    <a:pt x="3513" y="21030"/>
                  </a:lnTo>
                  <a:lnTo>
                    <a:pt x="1031" y="18594"/>
                  </a:lnTo>
                  <a:lnTo>
                    <a:pt x="422" y="17985"/>
                  </a:lnTo>
                  <a:lnTo>
                    <a:pt x="282" y="17845"/>
                  </a:lnTo>
                  <a:lnTo>
                    <a:pt x="282" y="17798"/>
                  </a:lnTo>
                  <a:lnTo>
                    <a:pt x="282" y="17704"/>
                  </a:lnTo>
                  <a:lnTo>
                    <a:pt x="282" y="17283"/>
                  </a:lnTo>
                  <a:lnTo>
                    <a:pt x="282" y="15550"/>
                  </a:lnTo>
                  <a:lnTo>
                    <a:pt x="282" y="328"/>
                  </a:lnTo>
                  <a:lnTo>
                    <a:pt x="235" y="328"/>
                  </a:lnTo>
                  <a:lnTo>
                    <a:pt x="329" y="281"/>
                  </a:lnTo>
                  <a:lnTo>
                    <a:pt x="375" y="141"/>
                  </a:lnTo>
                  <a:lnTo>
                    <a:pt x="329" y="94"/>
                  </a:lnTo>
                  <a:lnTo>
                    <a:pt x="282"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a:extLst>
                <a:ext uri="{FF2B5EF4-FFF2-40B4-BE49-F238E27FC236}">
                  <a16:creationId xmlns:a16="http://schemas.microsoft.com/office/drawing/2014/main" id="{A0CAE7E9-CA1B-9652-4493-40853008594D}"/>
                </a:ext>
              </a:extLst>
            </p:cNvPr>
            <p:cNvSpPr/>
            <p:nvPr/>
          </p:nvSpPr>
          <p:spPr>
            <a:xfrm>
              <a:off x="2519694" y="-1074279"/>
              <a:ext cx="2803146" cy="1180744"/>
            </a:xfrm>
            <a:custGeom>
              <a:avLst/>
              <a:gdLst/>
              <a:ahLst/>
              <a:cxnLst/>
              <a:rect l="l" t="t" r="r" b="b"/>
              <a:pathLst>
                <a:path w="61825" h="26042" extrusionOk="0">
                  <a:moveTo>
                    <a:pt x="141" y="0"/>
                  </a:moveTo>
                  <a:lnTo>
                    <a:pt x="47" y="47"/>
                  </a:lnTo>
                  <a:lnTo>
                    <a:pt x="47" y="94"/>
                  </a:lnTo>
                  <a:lnTo>
                    <a:pt x="0" y="141"/>
                  </a:lnTo>
                  <a:lnTo>
                    <a:pt x="47" y="281"/>
                  </a:lnTo>
                  <a:lnTo>
                    <a:pt x="94" y="328"/>
                  </a:lnTo>
                  <a:lnTo>
                    <a:pt x="94" y="15081"/>
                  </a:lnTo>
                  <a:lnTo>
                    <a:pt x="94" y="16627"/>
                  </a:lnTo>
                  <a:lnTo>
                    <a:pt x="94" y="17048"/>
                  </a:lnTo>
                  <a:lnTo>
                    <a:pt x="94" y="17236"/>
                  </a:lnTo>
                  <a:lnTo>
                    <a:pt x="94" y="17283"/>
                  </a:lnTo>
                  <a:lnTo>
                    <a:pt x="94" y="17330"/>
                  </a:lnTo>
                  <a:lnTo>
                    <a:pt x="141" y="17376"/>
                  </a:lnTo>
                  <a:lnTo>
                    <a:pt x="188" y="17470"/>
                  </a:lnTo>
                  <a:lnTo>
                    <a:pt x="750" y="17985"/>
                  </a:lnTo>
                  <a:lnTo>
                    <a:pt x="2951" y="20187"/>
                  </a:lnTo>
                  <a:lnTo>
                    <a:pt x="7401" y="24636"/>
                  </a:lnTo>
                  <a:lnTo>
                    <a:pt x="8056" y="25292"/>
                  </a:lnTo>
                  <a:lnTo>
                    <a:pt x="8431" y="25666"/>
                  </a:lnTo>
                  <a:lnTo>
                    <a:pt x="8572" y="25807"/>
                  </a:lnTo>
                  <a:lnTo>
                    <a:pt x="8712" y="25947"/>
                  </a:lnTo>
                  <a:lnTo>
                    <a:pt x="61450" y="25947"/>
                  </a:lnTo>
                  <a:lnTo>
                    <a:pt x="61450" y="25901"/>
                  </a:lnTo>
                  <a:lnTo>
                    <a:pt x="61544" y="25994"/>
                  </a:lnTo>
                  <a:lnTo>
                    <a:pt x="61637" y="26041"/>
                  </a:lnTo>
                  <a:lnTo>
                    <a:pt x="61684" y="25994"/>
                  </a:lnTo>
                  <a:lnTo>
                    <a:pt x="61731" y="25947"/>
                  </a:lnTo>
                  <a:lnTo>
                    <a:pt x="61778" y="25901"/>
                  </a:lnTo>
                  <a:lnTo>
                    <a:pt x="61825" y="25854"/>
                  </a:lnTo>
                  <a:lnTo>
                    <a:pt x="61778" y="25760"/>
                  </a:lnTo>
                  <a:lnTo>
                    <a:pt x="61731" y="25713"/>
                  </a:lnTo>
                  <a:lnTo>
                    <a:pt x="61684" y="25666"/>
                  </a:lnTo>
                  <a:lnTo>
                    <a:pt x="61544" y="25666"/>
                  </a:lnTo>
                  <a:lnTo>
                    <a:pt x="61450" y="25760"/>
                  </a:lnTo>
                  <a:lnTo>
                    <a:pt x="8759" y="25760"/>
                  </a:lnTo>
                  <a:lnTo>
                    <a:pt x="8712" y="25713"/>
                  </a:lnTo>
                  <a:lnTo>
                    <a:pt x="8525" y="25526"/>
                  </a:lnTo>
                  <a:lnTo>
                    <a:pt x="8197" y="25198"/>
                  </a:lnTo>
                  <a:lnTo>
                    <a:pt x="7494" y="24495"/>
                  </a:lnTo>
                  <a:lnTo>
                    <a:pt x="3092" y="20093"/>
                  </a:lnTo>
                  <a:lnTo>
                    <a:pt x="890" y="17892"/>
                  </a:lnTo>
                  <a:lnTo>
                    <a:pt x="328" y="17330"/>
                  </a:lnTo>
                  <a:lnTo>
                    <a:pt x="282" y="17283"/>
                  </a:lnTo>
                  <a:lnTo>
                    <a:pt x="282" y="17236"/>
                  </a:lnTo>
                  <a:lnTo>
                    <a:pt x="282" y="17048"/>
                  </a:lnTo>
                  <a:lnTo>
                    <a:pt x="282" y="16627"/>
                  </a:lnTo>
                  <a:lnTo>
                    <a:pt x="282" y="15081"/>
                  </a:lnTo>
                  <a:lnTo>
                    <a:pt x="282" y="328"/>
                  </a:lnTo>
                  <a:lnTo>
                    <a:pt x="328" y="281"/>
                  </a:lnTo>
                  <a:lnTo>
                    <a:pt x="375" y="141"/>
                  </a:lnTo>
                  <a:lnTo>
                    <a:pt x="375" y="94"/>
                  </a:lnTo>
                  <a:lnTo>
                    <a:pt x="328" y="47"/>
                  </a:lnTo>
                  <a:lnTo>
                    <a:pt x="282"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a:extLst>
                <a:ext uri="{FF2B5EF4-FFF2-40B4-BE49-F238E27FC236}">
                  <a16:creationId xmlns:a16="http://schemas.microsoft.com/office/drawing/2014/main" id="{ADE98D39-A10F-7A08-E26E-30FE1BF55F19}"/>
                </a:ext>
              </a:extLst>
            </p:cNvPr>
            <p:cNvSpPr/>
            <p:nvPr/>
          </p:nvSpPr>
          <p:spPr>
            <a:xfrm>
              <a:off x="2589789" y="-1074279"/>
              <a:ext cx="2733050" cy="1114911"/>
            </a:xfrm>
            <a:custGeom>
              <a:avLst/>
              <a:gdLst/>
              <a:ahLst/>
              <a:cxnLst/>
              <a:rect l="l" t="t" r="r" b="b"/>
              <a:pathLst>
                <a:path w="60279" h="24590" extrusionOk="0">
                  <a:moveTo>
                    <a:pt x="94" y="0"/>
                  </a:moveTo>
                  <a:lnTo>
                    <a:pt x="47" y="47"/>
                  </a:lnTo>
                  <a:lnTo>
                    <a:pt x="0" y="94"/>
                  </a:lnTo>
                  <a:lnTo>
                    <a:pt x="0" y="141"/>
                  </a:lnTo>
                  <a:lnTo>
                    <a:pt x="0" y="281"/>
                  </a:lnTo>
                  <a:lnTo>
                    <a:pt x="94" y="328"/>
                  </a:lnTo>
                  <a:lnTo>
                    <a:pt x="94" y="14613"/>
                  </a:lnTo>
                  <a:lnTo>
                    <a:pt x="94" y="16018"/>
                  </a:lnTo>
                  <a:lnTo>
                    <a:pt x="94" y="16674"/>
                  </a:lnTo>
                  <a:lnTo>
                    <a:pt x="94" y="16767"/>
                  </a:lnTo>
                  <a:lnTo>
                    <a:pt x="94" y="16814"/>
                  </a:lnTo>
                  <a:lnTo>
                    <a:pt x="187" y="16908"/>
                  </a:lnTo>
                  <a:lnTo>
                    <a:pt x="281" y="17002"/>
                  </a:lnTo>
                  <a:lnTo>
                    <a:pt x="562" y="17283"/>
                  </a:lnTo>
                  <a:lnTo>
                    <a:pt x="2529" y="19250"/>
                  </a:lnTo>
                  <a:lnTo>
                    <a:pt x="6464" y="23184"/>
                  </a:lnTo>
                  <a:lnTo>
                    <a:pt x="7119" y="23840"/>
                  </a:lnTo>
                  <a:lnTo>
                    <a:pt x="7494" y="24214"/>
                  </a:lnTo>
                  <a:lnTo>
                    <a:pt x="7634" y="24355"/>
                  </a:lnTo>
                  <a:lnTo>
                    <a:pt x="7775" y="24495"/>
                  </a:lnTo>
                  <a:lnTo>
                    <a:pt x="59904" y="24495"/>
                  </a:lnTo>
                  <a:lnTo>
                    <a:pt x="59998" y="24542"/>
                  </a:lnTo>
                  <a:lnTo>
                    <a:pt x="60091" y="24589"/>
                  </a:lnTo>
                  <a:lnTo>
                    <a:pt x="60138" y="24542"/>
                  </a:lnTo>
                  <a:lnTo>
                    <a:pt x="60185" y="24542"/>
                  </a:lnTo>
                  <a:lnTo>
                    <a:pt x="60232" y="24449"/>
                  </a:lnTo>
                  <a:lnTo>
                    <a:pt x="60279" y="24402"/>
                  </a:lnTo>
                  <a:lnTo>
                    <a:pt x="60232" y="24308"/>
                  </a:lnTo>
                  <a:lnTo>
                    <a:pt x="60185" y="24261"/>
                  </a:lnTo>
                  <a:lnTo>
                    <a:pt x="60138" y="24214"/>
                  </a:lnTo>
                  <a:lnTo>
                    <a:pt x="60091" y="24214"/>
                  </a:lnTo>
                  <a:lnTo>
                    <a:pt x="59998" y="24261"/>
                  </a:lnTo>
                  <a:lnTo>
                    <a:pt x="59904" y="24308"/>
                  </a:lnTo>
                  <a:lnTo>
                    <a:pt x="7822" y="24308"/>
                  </a:lnTo>
                  <a:lnTo>
                    <a:pt x="7775" y="24261"/>
                  </a:lnTo>
                  <a:lnTo>
                    <a:pt x="7588" y="24074"/>
                  </a:lnTo>
                  <a:lnTo>
                    <a:pt x="7260" y="23746"/>
                  </a:lnTo>
                  <a:lnTo>
                    <a:pt x="6604" y="23090"/>
                  </a:lnTo>
                  <a:lnTo>
                    <a:pt x="2623" y="19109"/>
                  </a:lnTo>
                  <a:lnTo>
                    <a:pt x="656" y="17142"/>
                  </a:lnTo>
                  <a:lnTo>
                    <a:pt x="422" y="16908"/>
                  </a:lnTo>
                  <a:lnTo>
                    <a:pt x="281" y="16767"/>
                  </a:lnTo>
                  <a:lnTo>
                    <a:pt x="234" y="16721"/>
                  </a:lnTo>
                  <a:lnTo>
                    <a:pt x="234" y="16674"/>
                  </a:lnTo>
                  <a:lnTo>
                    <a:pt x="234" y="16018"/>
                  </a:lnTo>
                  <a:lnTo>
                    <a:pt x="234" y="14613"/>
                  </a:lnTo>
                  <a:lnTo>
                    <a:pt x="234" y="328"/>
                  </a:lnTo>
                  <a:lnTo>
                    <a:pt x="328" y="281"/>
                  </a:lnTo>
                  <a:lnTo>
                    <a:pt x="328" y="141"/>
                  </a:lnTo>
                  <a:lnTo>
                    <a:pt x="328" y="94"/>
                  </a:lnTo>
                  <a:lnTo>
                    <a:pt x="281" y="47"/>
                  </a:lnTo>
                  <a:lnTo>
                    <a:pt x="234"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a:extLst>
                <a:ext uri="{FF2B5EF4-FFF2-40B4-BE49-F238E27FC236}">
                  <a16:creationId xmlns:a16="http://schemas.microsoft.com/office/drawing/2014/main" id="{715391CC-A530-421E-6B47-FFA36A1E57CA}"/>
                </a:ext>
              </a:extLst>
            </p:cNvPr>
            <p:cNvSpPr/>
            <p:nvPr/>
          </p:nvSpPr>
          <p:spPr>
            <a:xfrm>
              <a:off x="2657709" y="-1074279"/>
              <a:ext cx="2665131" cy="1049077"/>
            </a:xfrm>
            <a:custGeom>
              <a:avLst/>
              <a:gdLst/>
              <a:ahLst/>
              <a:cxnLst/>
              <a:rect l="l" t="t" r="r" b="b"/>
              <a:pathLst>
                <a:path w="58781" h="23138" extrusionOk="0">
                  <a:moveTo>
                    <a:pt x="95" y="0"/>
                  </a:moveTo>
                  <a:lnTo>
                    <a:pt x="48" y="47"/>
                  </a:lnTo>
                  <a:lnTo>
                    <a:pt x="1" y="94"/>
                  </a:lnTo>
                  <a:lnTo>
                    <a:pt x="1" y="141"/>
                  </a:lnTo>
                  <a:lnTo>
                    <a:pt x="48" y="281"/>
                  </a:lnTo>
                  <a:lnTo>
                    <a:pt x="95" y="328"/>
                  </a:lnTo>
                  <a:lnTo>
                    <a:pt x="95" y="14145"/>
                  </a:lnTo>
                  <a:lnTo>
                    <a:pt x="95" y="15362"/>
                  </a:lnTo>
                  <a:lnTo>
                    <a:pt x="95" y="15971"/>
                  </a:lnTo>
                  <a:lnTo>
                    <a:pt x="95" y="16112"/>
                  </a:lnTo>
                  <a:lnTo>
                    <a:pt x="95" y="16205"/>
                  </a:lnTo>
                  <a:lnTo>
                    <a:pt x="95" y="16252"/>
                  </a:lnTo>
                  <a:lnTo>
                    <a:pt x="141" y="16299"/>
                  </a:lnTo>
                  <a:lnTo>
                    <a:pt x="376" y="16533"/>
                  </a:lnTo>
                  <a:lnTo>
                    <a:pt x="2109" y="18266"/>
                  </a:lnTo>
                  <a:lnTo>
                    <a:pt x="5574" y="21779"/>
                  </a:lnTo>
                  <a:lnTo>
                    <a:pt x="6277" y="22435"/>
                  </a:lnTo>
                  <a:lnTo>
                    <a:pt x="6605" y="22763"/>
                  </a:lnTo>
                  <a:lnTo>
                    <a:pt x="6745" y="22903"/>
                  </a:lnTo>
                  <a:lnTo>
                    <a:pt x="6839" y="23044"/>
                  </a:lnTo>
                  <a:lnTo>
                    <a:pt x="58406" y="23044"/>
                  </a:lnTo>
                  <a:lnTo>
                    <a:pt x="58500" y="23090"/>
                  </a:lnTo>
                  <a:lnTo>
                    <a:pt x="58593" y="23137"/>
                  </a:lnTo>
                  <a:lnTo>
                    <a:pt x="58640" y="23090"/>
                  </a:lnTo>
                  <a:lnTo>
                    <a:pt x="58687" y="23090"/>
                  </a:lnTo>
                  <a:lnTo>
                    <a:pt x="58734" y="22997"/>
                  </a:lnTo>
                  <a:lnTo>
                    <a:pt x="58781" y="22950"/>
                  </a:lnTo>
                  <a:lnTo>
                    <a:pt x="58734" y="22856"/>
                  </a:lnTo>
                  <a:lnTo>
                    <a:pt x="58687" y="22809"/>
                  </a:lnTo>
                  <a:lnTo>
                    <a:pt x="58640" y="22763"/>
                  </a:lnTo>
                  <a:lnTo>
                    <a:pt x="58593" y="22763"/>
                  </a:lnTo>
                  <a:lnTo>
                    <a:pt x="58500" y="22809"/>
                  </a:lnTo>
                  <a:lnTo>
                    <a:pt x="58406" y="22856"/>
                  </a:lnTo>
                  <a:lnTo>
                    <a:pt x="6933" y="22856"/>
                  </a:lnTo>
                  <a:lnTo>
                    <a:pt x="6886" y="22809"/>
                  </a:lnTo>
                  <a:lnTo>
                    <a:pt x="6699" y="22622"/>
                  </a:lnTo>
                  <a:lnTo>
                    <a:pt x="6371" y="22294"/>
                  </a:lnTo>
                  <a:lnTo>
                    <a:pt x="5715" y="21638"/>
                  </a:lnTo>
                  <a:lnTo>
                    <a:pt x="2249" y="18173"/>
                  </a:lnTo>
                  <a:lnTo>
                    <a:pt x="516" y="16440"/>
                  </a:lnTo>
                  <a:lnTo>
                    <a:pt x="282" y="16205"/>
                  </a:lnTo>
                  <a:lnTo>
                    <a:pt x="282" y="16159"/>
                  </a:lnTo>
                  <a:lnTo>
                    <a:pt x="282" y="16112"/>
                  </a:lnTo>
                  <a:lnTo>
                    <a:pt x="282" y="15971"/>
                  </a:lnTo>
                  <a:lnTo>
                    <a:pt x="282" y="15362"/>
                  </a:lnTo>
                  <a:lnTo>
                    <a:pt x="282" y="14145"/>
                  </a:lnTo>
                  <a:lnTo>
                    <a:pt x="282" y="328"/>
                  </a:lnTo>
                  <a:lnTo>
                    <a:pt x="329" y="281"/>
                  </a:lnTo>
                  <a:lnTo>
                    <a:pt x="376" y="141"/>
                  </a:lnTo>
                  <a:lnTo>
                    <a:pt x="329" y="94"/>
                  </a:lnTo>
                  <a:lnTo>
                    <a:pt x="329" y="47"/>
                  </a:lnTo>
                  <a:lnTo>
                    <a:pt x="23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4" name="Google Shape;674;p31">
            <a:extLst>
              <a:ext uri="{FF2B5EF4-FFF2-40B4-BE49-F238E27FC236}">
                <a16:creationId xmlns:a16="http://schemas.microsoft.com/office/drawing/2014/main" id="{6229D9C7-2FA4-A76E-4797-2E3D72E8FB77}"/>
              </a:ext>
            </a:extLst>
          </p:cNvPr>
          <p:cNvSpPr/>
          <p:nvPr/>
        </p:nvSpPr>
        <p:spPr>
          <a:xfrm rot="10800000">
            <a:off x="3936615" y="4587774"/>
            <a:ext cx="2788319" cy="172065"/>
          </a:xfrm>
          <a:custGeom>
            <a:avLst/>
            <a:gdLst/>
            <a:ahLst/>
            <a:cxnLst/>
            <a:rect l="l" t="t" r="r" b="b"/>
            <a:pathLst>
              <a:path w="61498" h="3795" extrusionOk="0">
                <a:moveTo>
                  <a:pt x="94" y="1"/>
                </a:moveTo>
                <a:lnTo>
                  <a:pt x="48" y="47"/>
                </a:lnTo>
                <a:lnTo>
                  <a:pt x="1" y="94"/>
                </a:lnTo>
                <a:lnTo>
                  <a:pt x="1" y="188"/>
                </a:lnTo>
                <a:lnTo>
                  <a:pt x="1" y="235"/>
                </a:lnTo>
                <a:lnTo>
                  <a:pt x="48" y="328"/>
                </a:lnTo>
                <a:lnTo>
                  <a:pt x="141" y="375"/>
                </a:lnTo>
                <a:lnTo>
                  <a:pt x="235" y="328"/>
                </a:lnTo>
                <a:lnTo>
                  <a:pt x="235" y="375"/>
                </a:lnTo>
                <a:lnTo>
                  <a:pt x="3373" y="3513"/>
                </a:lnTo>
                <a:lnTo>
                  <a:pt x="3467" y="3607"/>
                </a:lnTo>
                <a:lnTo>
                  <a:pt x="3513" y="3654"/>
                </a:lnTo>
                <a:lnTo>
                  <a:pt x="3560" y="3701"/>
                </a:lnTo>
                <a:lnTo>
                  <a:pt x="61169" y="3701"/>
                </a:lnTo>
                <a:lnTo>
                  <a:pt x="61169" y="3654"/>
                </a:lnTo>
                <a:lnTo>
                  <a:pt x="61263" y="3747"/>
                </a:lnTo>
                <a:lnTo>
                  <a:pt x="61357" y="3794"/>
                </a:lnTo>
                <a:lnTo>
                  <a:pt x="61403" y="3747"/>
                </a:lnTo>
                <a:lnTo>
                  <a:pt x="61450" y="3701"/>
                </a:lnTo>
                <a:lnTo>
                  <a:pt x="61497" y="3654"/>
                </a:lnTo>
                <a:lnTo>
                  <a:pt x="61497" y="3607"/>
                </a:lnTo>
                <a:lnTo>
                  <a:pt x="61497" y="3513"/>
                </a:lnTo>
                <a:lnTo>
                  <a:pt x="61450" y="3466"/>
                </a:lnTo>
                <a:lnTo>
                  <a:pt x="61403" y="3420"/>
                </a:lnTo>
                <a:lnTo>
                  <a:pt x="61263" y="3420"/>
                </a:lnTo>
                <a:lnTo>
                  <a:pt x="61169" y="3513"/>
                </a:lnTo>
                <a:lnTo>
                  <a:pt x="3607" y="3513"/>
                </a:lnTo>
                <a:lnTo>
                  <a:pt x="3560" y="3466"/>
                </a:lnTo>
                <a:lnTo>
                  <a:pt x="3467" y="3373"/>
                </a:lnTo>
                <a:lnTo>
                  <a:pt x="375" y="235"/>
                </a:lnTo>
                <a:lnTo>
                  <a:pt x="329" y="235"/>
                </a:lnTo>
                <a:lnTo>
                  <a:pt x="329" y="141"/>
                </a:lnTo>
                <a:lnTo>
                  <a:pt x="282" y="47"/>
                </a:lnTo>
                <a:lnTo>
                  <a:pt x="23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7" name="Google Shape;677;p31">
            <a:extLst>
              <a:ext uri="{FF2B5EF4-FFF2-40B4-BE49-F238E27FC236}">
                <a16:creationId xmlns:a16="http://schemas.microsoft.com/office/drawing/2014/main" id="{6BBC5D30-42FD-4716-2DC2-03D2C253D220}"/>
              </a:ext>
            </a:extLst>
          </p:cNvPr>
          <p:cNvPicPr preferRelativeResize="0"/>
          <p:nvPr/>
        </p:nvPicPr>
        <p:blipFill>
          <a:blip r:embed="rId3">
            <a:alphaModFix/>
          </a:blip>
          <a:stretch>
            <a:fillRect/>
          </a:stretch>
        </p:blipFill>
        <p:spPr>
          <a:xfrm>
            <a:off x="1155712" y="1337542"/>
            <a:ext cx="2438350" cy="2468417"/>
          </a:xfrm>
          <a:prstGeom prst="rect">
            <a:avLst/>
          </a:prstGeom>
          <a:noFill/>
          <a:ln>
            <a:noFill/>
          </a:ln>
          <a:effectLst>
            <a:outerShdw blurRad="142875" dist="47625" dir="5400000" algn="bl" rotWithShape="0">
              <a:schemeClr val="dk1">
                <a:alpha val="50000"/>
              </a:schemeClr>
            </a:outerShdw>
          </a:effectLst>
        </p:spPr>
      </p:pic>
      <p:grpSp>
        <p:nvGrpSpPr>
          <p:cNvPr id="678" name="Google Shape;678;p31">
            <a:extLst>
              <a:ext uri="{FF2B5EF4-FFF2-40B4-BE49-F238E27FC236}">
                <a16:creationId xmlns:a16="http://schemas.microsoft.com/office/drawing/2014/main" id="{CE0649D6-F2B4-2C01-28D6-B15441394A59}"/>
              </a:ext>
            </a:extLst>
          </p:cNvPr>
          <p:cNvGrpSpPr/>
          <p:nvPr/>
        </p:nvGrpSpPr>
        <p:grpSpPr>
          <a:xfrm>
            <a:off x="260634" y="1047794"/>
            <a:ext cx="3017395" cy="3902494"/>
            <a:chOff x="260634" y="1047794"/>
            <a:chExt cx="3017395" cy="3902494"/>
          </a:xfrm>
        </p:grpSpPr>
        <p:pic>
          <p:nvPicPr>
            <p:cNvPr id="679" name="Google Shape;679;p31">
              <a:extLst>
                <a:ext uri="{FF2B5EF4-FFF2-40B4-BE49-F238E27FC236}">
                  <a16:creationId xmlns:a16="http://schemas.microsoft.com/office/drawing/2014/main" id="{E821278E-2CC1-E062-F019-85871A2C2C85}"/>
                </a:ext>
              </a:extLst>
            </p:cNvPr>
            <p:cNvPicPr preferRelativeResize="0"/>
            <p:nvPr/>
          </p:nvPicPr>
          <p:blipFill>
            <a:blip r:embed="rId4">
              <a:alphaModFix/>
            </a:blip>
            <a:stretch>
              <a:fillRect/>
            </a:stretch>
          </p:blipFill>
          <p:spPr>
            <a:xfrm>
              <a:off x="260634" y="1352707"/>
              <a:ext cx="509725" cy="202569"/>
            </a:xfrm>
            <a:prstGeom prst="rect">
              <a:avLst/>
            </a:prstGeom>
            <a:noFill/>
            <a:ln>
              <a:noFill/>
            </a:ln>
          </p:spPr>
        </p:pic>
        <p:pic>
          <p:nvPicPr>
            <p:cNvPr id="680" name="Google Shape;680;p31">
              <a:extLst>
                <a:ext uri="{FF2B5EF4-FFF2-40B4-BE49-F238E27FC236}">
                  <a16:creationId xmlns:a16="http://schemas.microsoft.com/office/drawing/2014/main" id="{9E99456B-DA80-6F90-4F56-8C742C2EC6AC}"/>
                </a:ext>
              </a:extLst>
            </p:cNvPr>
            <p:cNvPicPr preferRelativeResize="0"/>
            <p:nvPr/>
          </p:nvPicPr>
          <p:blipFill>
            <a:blip r:embed="rId4">
              <a:alphaModFix/>
            </a:blip>
            <a:stretch>
              <a:fillRect/>
            </a:stretch>
          </p:blipFill>
          <p:spPr>
            <a:xfrm>
              <a:off x="2768305" y="4747719"/>
              <a:ext cx="509725" cy="202569"/>
            </a:xfrm>
            <a:prstGeom prst="rect">
              <a:avLst/>
            </a:prstGeom>
            <a:noFill/>
            <a:ln>
              <a:noFill/>
            </a:ln>
          </p:spPr>
        </p:pic>
        <p:pic>
          <p:nvPicPr>
            <p:cNvPr id="681" name="Google Shape;681;p31">
              <a:extLst>
                <a:ext uri="{FF2B5EF4-FFF2-40B4-BE49-F238E27FC236}">
                  <a16:creationId xmlns:a16="http://schemas.microsoft.com/office/drawing/2014/main" id="{C227AD4B-AD68-E1B4-BBA8-0E01FC15FD5F}"/>
                </a:ext>
              </a:extLst>
            </p:cNvPr>
            <p:cNvPicPr preferRelativeResize="0"/>
            <p:nvPr/>
          </p:nvPicPr>
          <p:blipFill>
            <a:blip r:embed="rId4">
              <a:alphaModFix/>
            </a:blip>
            <a:stretch>
              <a:fillRect/>
            </a:stretch>
          </p:blipFill>
          <p:spPr>
            <a:xfrm>
              <a:off x="260640" y="1047794"/>
              <a:ext cx="509725" cy="202569"/>
            </a:xfrm>
            <a:prstGeom prst="rect">
              <a:avLst/>
            </a:prstGeom>
            <a:noFill/>
            <a:ln>
              <a:noFill/>
            </a:ln>
          </p:spPr>
        </p:pic>
      </p:grpSp>
      <p:sp>
        <p:nvSpPr>
          <p:cNvPr id="6" name="Google Shape;1004;p46">
            <a:extLst>
              <a:ext uri="{FF2B5EF4-FFF2-40B4-BE49-F238E27FC236}">
                <a16:creationId xmlns:a16="http://schemas.microsoft.com/office/drawing/2014/main" id="{8DDCA23C-5E36-2BBB-DE89-16745B7F8FD9}"/>
              </a:ext>
            </a:extLst>
          </p:cNvPr>
          <p:cNvSpPr txBox="1">
            <a:spLocks noGrp="1"/>
          </p:cNvSpPr>
          <p:nvPr>
            <p:ph type="title"/>
          </p:nvPr>
        </p:nvSpPr>
        <p:spPr>
          <a:xfrm>
            <a:off x="4588361" y="846580"/>
            <a:ext cx="3768300" cy="113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Thanks</a:t>
            </a:r>
            <a:r>
              <a:rPr lang="ar-DZ" dirty="0"/>
              <a:t> </a:t>
            </a:r>
            <a:endParaRPr dirty="0"/>
          </a:p>
        </p:txBody>
      </p:sp>
      <p:sp>
        <p:nvSpPr>
          <p:cNvPr id="7" name="Rectangle 6">
            <a:extLst>
              <a:ext uri="{FF2B5EF4-FFF2-40B4-BE49-F238E27FC236}">
                <a16:creationId xmlns:a16="http://schemas.microsoft.com/office/drawing/2014/main" id="{1630D9FD-F5E4-C579-A2B1-1780258A032D}"/>
              </a:ext>
            </a:extLst>
          </p:cNvPr>
          <p:cNvSpPr/>
          <p:nvPr/>
        </p:nvSpPr>
        <p:spPr>
          <a:xfrm>
            <a:off x="4369745" y="2153449"/>
            <a:ext cx="4378847" cy="16446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AE" sz="2000" b="1" dirty="0">
                <a:ln w="6600">
                  <a:solidFill>
                    <a:schemeClr val="accent2"/>
                  </a:solidFill>
                  <a:prstDash val="solid"/>
                </a:ln>
                <a:solidFill>
                  <a:srgbClr val="FFFFFF"/>
                </a:solidFill>
                <a:effectLst>
                  <a:outerShdw dist="38100" dir="2700000" algn="tl" rotWithShape="0">
                    <a:schemeClr val="accent2"/>
                  </a:outerShdw>
                </a:effectLst>
              </a:rPr>
              <a:t>Do you have any questions?</a:t>
            </a:r>
          </a:p>
        </p:txBody>
      </p:sp>
    </p:spTree>
    <p:extLst>
      <p:ext uri="{BB962C8B-B14F-4D97-AF65-F5344CB8AC3E}">
        <p14:creationId xmlns:p14="http://schemas.microsoft.com/office/powerpoint/2010/main" val="167154125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theme/theme1.xml><?xml version="1.0" encoding="utf-8"?>
<a:theme xmlns:a="http://schemas.openxmlformats.org/drawingml/2006/main" name="Microprocessor Manufacturer Company Profile by Slidesgo">
  <a:themeElements>
    <a:clrScheme name="Simple Light">
      <a:dk1>
        <a:srgbClr val="333333"/>
      </a:dk1>
      <a:lt1>
        <a:srgbClr val="FFFFFF"/>
      </a:lt1>
      <a:dk2>
        <a:srgbClr val="00695B"/>
      </a:dk2>
      <a:lt2>
        <a:srgbClr val="004D40"/>
      </a:lt2>
      <a:accent1>
        <a:srgbClr val="525252"/>
      </a:accent1>
      <a:accent2>
        <a:srgbClr val="4D4D4D"/>
      </a:accent2>
      <a:accent3>
        <a:srgbClr val="1F1F1F"/>
      </a:accent3>
      <a:accent4>
        <a:srgbClr val="C69A52"/>
      </a:accent4>
      <a:accent5>
        <a:srgbClr val="AE894D"/>
      </a:accent5>
      <a:accent6>
        <a:srgbClr val="EBEBEB"/>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TotalTime>
  <Words>1441</Words>
  <Application>Microsoft Office PowerPoint</Application>
  <PresentationFormat>On-screen Show (16:9)</PresentationFormat>
  <Paragraphs>173</Paragraphs>
  <Slides>40</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Raleway</vt:lpstr>
      <vt:lpstr>Nunito Light</vt:lpstr>
      <vt:lpstr>Wingdings</vt:lpstr>
      <vt:lpstr>Courier New</vt:lpstr>
      <vt:lpstr>Oxanium SemiBold</vt:lpstr>
      <vt:lpstr>Arial</vt:lpstr>
      <vt:lpstr>Nunito</vt:lpstr>
      <vt:lpstr>Microprocessor Manufacturer Company Profile by Slidesgo</vt:lpstr>
      <vt:lpstr>The Superscalar Performance Advantage</vt:lpstr>
      <vt:lpstr>Agenda</vt:lpstr>
      <vt:lpstr>Introduction</vt:lpstr>
      <vt:lpstr>Why did we use gem5 in our project?</vt:lpstr>
      <vt:lpstr>Performance comparison between:</vt:lpstr>
      <vt:lpstr>Performance comparison between:</vt:lpstr>
      <vt:lpstr>Performance comparison between:</vt:lpstr>
      <vt:lpstr>The comparison focuses on:</vt:lpstr>
      <vt:lpstr>Environment Setup</vt:lpstr>
      <vt:lpstr>This section will talk about the simple code that was used to run the simulation, and showcasing the step by step process. </vt:lpstr>
      <vt:lpstr>Opening the Terminal.</vt:lpstr>
      <vt:lpstr>Building the environment code.</vt:lpstr>
      <vt:lpstr>Building the environment code.</vt:lpstr>
      <vt:lpstr>Building the environment code.</vt:lpstr>
      <vt:lpstr>Building the environment code.</vt:lpstr>
      <vt:lpstr>When you hit enter you should see the following</vt:lpstr>
      <vt:lpstr>How to access the results file.</vt:lpstr>
      <vt:lpstr>How to access the results file.</vt:lpstr>
      <vt:lpstr>Outputs Analysis</vt:lpstr>
      <vt:lpstr>PowerPoint Presentation</vt:lpstr>
      <vt:lpstr>Performance Factors</vt:lpstr>
      <vt:lpstr>Performance Factors</vt:lpstr>
      <vt:lpstr>How much processing time did each core waste to complete the same task?</vt:lpstr>
      <vt:lpstr>What is the real gain from the Superscalar architecture?</vt:lpstr>
      <vt:lpstr>What was the overall time saving for the user?</vt:lpstr>
      <vt:lpstr>What is the cost of the In-Order pipeline limitation?</vt:lpstr>
      <vt:lpstr>How much parallelism is physically available in each core?</vt:lpstr>
      <vt:lpstr>What specific mechanism enables the Out-of-Order execution?</vt:lpstr>
      <vt:lpstr>Did the O3CPU actually utilize its wide pipeline?</vt:lpstr>
      <vt:lpstr>How much speculative work did the O3CPU perform?</vt:lpstr>
      <vt:lpstr>Did the workload remain consistent across both simulations?</vt:lpstr>
      <vt:lpstr>What was the cost of speculation (misprediction)?</vt:lpstr>
      <vt:lpstr>Summary</vt:lpstr>
      <vt:lpstr>O3CPU Operation Analysis </vt:lpstr>
      <vt:lpstr>conclusion</vt:lpstr>
      <vt:lpstr>- The O3CPU can skip stalled instructions and execute others instead of waiting.  </vt:lpstr>
      <vt:lpstr>The type of CPU has a significant impact on:  - Program speed  - Performance   - efficiency  - Resource usage </vt:lpstr>
      <vt:lpstr>- O3 CPU achieved better results in most tests  - gem5 is an excellent tool for understanding CPU behavior  - VirtualBox provided a stable environment for simulation</vt:lpstr>
      <vt:lpstr>PowerPoint Presentation</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sajed</dc:creator>
  <cp:lastModifiedBy>Sajed Zohde Mahmoud Kittanh</cp:lastModifiedBy>
  <cp:revision>13</cp:revision>
  <dcterms:modified xsi:type="dcterms:W3CDTF">2025-12-08T11:00:26Z</dcterms:modified>
</cp:coreProperties>
</file>